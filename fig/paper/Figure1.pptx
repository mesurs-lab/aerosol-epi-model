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08" r:id="rId1"/>
  </p:sldMasterIdLst>
  <p:notesMasterIdLst>
    <p:notesMasterId r:id="rId3"/>
  </p:notesMasterIdLst>
  <p:sldIdLst>
    <p:sldId id="328" r:id="rId2"/>
  </p:sldIdLst>
  <p:sldSz cx="6840538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A93"/>
    <a:srgbClr val="BA4608"/>
    <a:srgbClr val="EA7131"/>
    <a:srgbClr val="DDEAF8"/>
    <a:srgbClr val="A6CAEC"/>
    <a:srgbClr val="A2D2FC"/>
    <a:srgbClr val="9BCAEC"/>
    <a:srgbClr val="C5D3E1"/>
    <a:srgbClr val="A5D5FF"/>
    <a:srgbClr val="A4C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43"/>
    <p:restoredTop sz="96197"/>
  </p:normalViewPr>
  <p:slideViewPr>
    <p:cSldViewPr snapToGrid="0">
      <p:cViewPr>
        <p:scale>
          <a:sx n="153" d="100"/>
          <a:sy n="153" d="100"/>
        </p:scale>
        <p:origin x="2104" y="-10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errBars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7B-4944-AC54-9BCE6450CD7F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Mask wearing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errBars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B7B-4944-AC54-9BCE6450CD7F}"/>
            </c:ext>
          </c:extLst>
        </c:ser>
        <c:ser>
          <c:idx val="2"/>
          <c:order val="2"/>
          <c:tx>
            <c:strRef>
              <c:f>Feuil1!$D$1</c:f>
              <c:strCache>
                <c:ptCount val="1"/>
                <c:pt idx="0">
                  <c:v>Ventilation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errBars>
            <c:errBarType val="both"/>
            <c:errValType val="stdErr"/>
            <c:noEndCap val="0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Feuil1!$A$2</c:f>
              <c:numCache>
                <c:formatCode>General</c:formatCode>
                <c:ptCount val="1"/>
              </c:numCache>
            </c:numRef>
          </c:cat>
          <c:val>
            <c:numRef>
              <c:f>Feuil1!$D$2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7B-4944-AC54-9BCE6450CD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axId val="472954127"/>
        <c:axId val="472955839"/>
      </c:barChart>
      <c:catAx>
        <c:axId val="472954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72955839"/>
        <c:crosses val="autoZero"/>
        <c:auto val="1"/>
        <c:lblAlgn val="ctr"/>
        <c:lblOffset val="100"/>
        <c:tickMarkSkip val="5"/>
        <c:noMultiLvlLbl val="0"/>
      </c:catAx>
      <c:valAx>
        <c:axId val="472955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sz="1000" dirty="0">
                    <a:solidFill>
                      <a:schemeClr val="tx1"/>
                    </a:solidFill>
                  </a:rPr>
                  <a:t>Cumulative incidence</a:t>
                </a:r>
              </a:p>
            </c:rich>
          </c:tx>
          <c:layout>
            <c:manualLayout>
              <c:xMode val="edge"/>
              <c:yMode val="edge"/>
              <c:x val="4.3695556104188904E-2"/>
              <c:y val="0.107968510601317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72954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layout>
        <c:manualLayout>
          <c:xMode val="edge"/>
          <c:yMode val="edge"/>
          <c:x val="0.66925375143315202"/>
          <c:y val="0.19700899832048982"/>
          <c:w val="0.33074624856684792"/>
          <c:h val="0.650795075200114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63745-338C-6544-A5D2-E98827DF5448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97088" y="1143000"/>
            <a:ext cx="2663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742CC-D7CB-C94E-A35B-9EC7209FC9F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94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041" y="1296173"/>
            <a:ext cx="5814457" cy="2757347"/>
          </a:xfrm>
        </p:spPr>
        <p:txBody>
          <a:bodyPr anchor="b"/>
          <a:lstStyle>
            <a:lvl1pPr algn="ctr">
              <a:defRPr sz="448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4159854"/>
            <a:ext cx="5130404" cy="191217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031" indent="0" algn="ctr">
              <a:buNone/>
              <a:defRPr sz="1496"/>
            </a:lvl2pPr>
            <a:lvl3pPr marL="684063" indent="0" algn="ctr">
              <a:buNone/>
              <a:defRPr sz="1347"/>
            </a:lvl3pPr>
            <a:lvl4pPr marL="1026094" indent="0" algn="ctr">
              <a:buNone/>
              <a:defRPr sz="1197"/>
            </a:lvl4pPr>
            <a:lvl5pPr marL="1368125" indent="0" algn="ctr">
              <a:buNone/>
              <a:defRPr sz="1197"/>
            </a:lvl5pPr>
            <a:lvl6pPr marL="1710157" indent="0" algn="ctr">
              <a:buNone/>
              <a:defRPr sz="1197"/>
            </a:lvl6pPr>
            <a:lvl7pPr marL="2052188" indent="0" algn="ctr">
              <a:buNone/>
              <a:defRPr sz="1197"/>
            </a:lvl7pPr>
            <a:lvl8pPr marL="2394219" indent="0" algn="ctr">
              <a:buNone/>
              <a:defRPr sz="1197"/>
            </a:lvl8pPr>
            <a:lvl9pPr marL="2736251" indent="0" algn="ctr">
              <a:buNone/>
              <a:defRPr sz="1197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D89CB-2992-504C-8485-488CC4F9911A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640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6230-44E5-7149-A9C0-9697288E77C8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1850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1974512"/>
            <a:ext cx="5899964" cy="3294515"/>
          </a:xfrm>
        </p:spPr>
        <p:txBody>
          <a:bodyPr anchor="b"/>
          <a:lstStyle>
            <a:lvl1pPr>
              <a:defRPr sz="4489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5" y="5300194"/>
            <a:ext cx="5899964" cy="1732508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1pPr>
            <a:lvl2pPr marL="342031" indent="0">
              <a:buNone/>
              <a:defRPr sz="1496">
                <a:solidFill>
                  <a:schemeClr val="tx1">
                    <a:tint val="82000"/>
                  </a:schemeClr>
                </a:solidFill>
              </a:defRPr>
            </a:lvl2pPr>
            <a:lvl3pPr marL="684063" indent="0">
              <a:buNone/>
              <a:defRPr sz="1347">
                <a:solidFill>
                  <a:schemeClr val="tx1">
                    <a:tint val="82000"/>
                  </a:schemeClr>
                </a:solidFill>
              </a:defRPr>
            </a:lvl3pPr>
            <a:lvl4pPr marL="1026094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4pPr>
            <a:lvl5pPr marL="1368125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5pPr>
            <a:lvl6pPr marL="1710157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6pPr>
            <a:lvl7pPr marL="2052188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7pPr>
            <a:lvl8pPr marL="2394219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8pPr>
            <a:lvl9pPr marL="2736251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C6B8-87C5-9042-8379-57F3FAAEA27C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071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2108344"/>
            <a:ext cx="2907229" cy="50251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2108344"/>
            <a:ext cx="2907229" cy="502519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3B7F-FB76-574A-A50A-1B727FB2048E}" type="datetime1">
              <a:rPr lang="fr-FR" smtClean="0"/>
              <a:t>04/06/2026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18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421671"/>
            <a:ext cx="5899964" cy="153084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9" y="1941510"/>
            <a:ext cx="2893868" cy="951504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9" y="2893014"/>
            <a:ext cx="2893868" cy="42551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3" y="1941510"/>
            <a:ext cx="2908120" cy="951504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3" y="2893014"/>
            <a:ext cx="2908120" cy="42551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74428-84BA-3B4B-B43B-C65A92789810}" type="datetime1">
              <a:rPr lang="fr-FR" smtClean="0"/>
              <a:t>04/06/2026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805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830CD-A919-E446-A668-AE81763E5C43}" type="datetime1">
              <a:rPr lang="fr-FR" smtClean="0"/>
              <a:t>04/06/2026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408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997D-B6C7-6B4B-B04D-489C2B815439}" type="datetime1">
              <a:rPr lang="fr-FR" smtClean="0"/>
              <a:t>04/06/2026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528002"/>
            <a:ext cx="2206252" cy="1848009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1140341"/>
            <a:ext cx="3463022" cy="5628360"/>
          </a:xfrm>
        </p:spPr>
        <p:txBody>
          <a:bodyPr/>
          <a:lstStyle>
            <a:lvl1pPr>
              <a:defRPr sz="2394"/>
            </a:lvl1pPr>
            <a:lvl2pPr>
              <a:defRPr sz="2095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376011"/>
            <a:ext cx="2206252" cy="4401855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12FBC-18EE-0C4F-A90A-8E31346EA436}" type="datetime1">
              <a:rPr lang="fr-FR" smtClean="0"/>
              <a:t>04/06/2026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9509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528002"/>
            <a:ext cx="2206252" cy="1848009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1140341"/>
            <a:ext cx="3463022" cy="5628360"/>
          </a:xfrm>
        </p:spPr>
        <p:txBody>
          <a:bodyPr anchor="t"/>
          <a:lstStyle>
            <a:lvl1pPr marL="0" indent="0">
              <a:buNone/>
              <a:defRPr sz="2394"/>
            </a:lvl1pPr>
            <a:lvl2pPr marL="342031" indent="0">
              <a:buNone/>
              <a:defRPr sz="2095"/>
            </a:lvl2pPr>
            <a:lvl3pPr marL="684063" indent="0">
              <a:buNone/>
              <a:defRPr sz="1795"/>
            </a:lvl3pPr>
            <a:lvl4pPr marL="1026094" indent="0">
              <a:buNone/>
              <a:defRPr sz="1496"/>
            </a:lvl4pPr>
            <a:lvl5pPr marL="1368125" indent="0">
              <a:buNone/>
              <a:defRPr sz="1496"/>
            </a:lvl5pPr>
            <a:lvl6pPr marL="1710157" indent="0">
              <a:buNone/>
              <a:defRPr sz="1496"/>
            </a:lvl6pPr>
            <a:lvl7pPr marL="2052188" indent="0">
              <a:buNone/>
              <a:defRPr sz="1496"/>
            </a:lvl7pPr>
            <a:lvl8pPr marL="2394219" indent="0">
              <a:buNone/>
              <a:defRPr sz="1496"/>
            </a:lvl8pPr>
            <a:lvl9pPr marL="2736251" indent="0">
              <a:buNone/>
              <a:defRPr sz="1496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376011"/>
            <a:ext cx="2206252" cy="4401855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D74E3-20C5-3843-8BB5-9F1E31E1AB26}" type="datetime1">
              <a:rPr lang="fr-FR" smtClean="0"/>
              <a:t>04/06/2026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431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3FA36-0741-BA4C-B4B5-15DB72BF03A1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95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421669"/>
            <a:ext cx="1474991" cy="6711866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8" y="421669"/>
            <a:ext cx="4339466" cy="671186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4263-710C-0844-9D48-8CC43FD5ED7E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43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421671"/>
            <a:ext cx="5899964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2108344"/>
            <a:ext cx="5899964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7340703"/>
            <a:ext cx="1539121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8098D-FEF3-9840-8384-7EB58056CD3E}" type="datetime1">
              <a:rPr lang="fr-FR" smtClean="0"/>
              <a:t>04/06/2026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7340703"/>
            <a:ext cx="2308682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7340703"/>
            <a:ext cx="1539121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3B9D1-39E5-DA49-9D1E-F583849403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864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9" r:id="rId1"/>
    <p:sldLayoutId id="2147484210" r:id="rId2"/>
    <p:sldLayoutId id="2147484211" r:id="rId3"/>
    <p:sldLayoutId id="2147484212" r:id="rId4"/>
    <p:sldLayoutId id="2147484213" r:id="rId5"/>
    <p:sldLayoutId id="2147484214" r:id="rId6"/>
    <p:sldLayoutId id="2147484215" r:id="rId7"/>
    <p:sldLayoutId id="2147484216" r:id="rId8"/>
    <p:sldLayoutId id="2147484217" r:id="rId9"/>
    <p:sldLayoutId id="2147484218" r:id="rId10"/>
    <p:sldLayoutId id="2147484219" r:id="rId11"/>
  </p:sldLayoutIdLst>
  <p:hf hdr="0" ftr="0" dt="0"/>
  <p:txStyles>
    <p:titleStyle>
      <a:lvl1pPr algn="l" defTabSz="684063" rtl="0" eaLnBrk="1" latinLnBrk="0" hangingPunct="1">
        <a:lnSpc>
          <a:spcPct val="90000"/>
        </a:lnSpc>
        <a:spcBef>
          <a:spcPct val="0"/>
        </a:spcBef>
        <a:buNone/>
        <a:defRPr sz="3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016" indent="-171016" algn="l" defTabSz="684063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1pPr>
      <a:lvl2pPr marL="513047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5078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7110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539141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881172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223204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565235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907266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1pPr>
      <a:lvl2pPr marL="34203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2pPr>
      <a:lvl3pPr marL="684063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3pPr>
      <a:lvl4pPr marL="1026094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368125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710157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052188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394219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73625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79" userDrawn="1">
          <p15:clr>
            <a:srgbClr val="F26B43"/>
          </p15:clr>
        </p15:guide>
        <p15:guide id="2" orient="horz" pos="1664" userDrawn="1">
          <p15:clr>
            <a:srgbClr val="F26B43"/>
          </p15:clr>
        </p15:guide>
        <p15:guide id="3" orient="horz" pos="4270" userDrawn="1">
          <p15:clr>
            <a:srgbClr val="F26B43"/>
          </p15:clr>
        </p15:guide>
        <p15:guide id="4" orient="horz" pos="499" userDrawn="1">
          <p15:clr>
            <a:srgbClr val="F26B43"/>
          </p15:clr>
        </p15:guide>
        <p15:guide id="5" orient="horz" pos="1746" userDrawn="1">
          <p15:clr>
            <a:srgbClr val="F26B43"/>
          </p15:clr>
        </p15:guide>
        <p15:guide id="6" pos="3878" userDrawn="1">
          <p15:clr>
            <a:srgbClr val="F26B43"/>
          </p15:clr>
        </p15:guide>
        <p15:guide id="7" pos="526" userDrawn="1">
          <p15:clr>
            <a:srgbClr val="F26B43"/>
          </p15:clr>
        </p15:guide>
        <p15:guide id="8" pos="4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5.svg"/><Relationship Id="rId18" Type="http://schemas.openxmlformats.org/officeDocument/2006/relationships/image" Target="../media/image10.svg"/><Relationship Id="rId3" Type="http://schemas.openxmlformats.org/officeDocument/2006/relationships/chart" Target="../charts/chart1.xml"/><Relationship Id="rId21" Type="http://schemas.openxmlformats.org/officeDocument/2006/relationships/image" Target="../media/image13.svg"/><Relationship Id="rId7" Type="http://schemas.openxmlformats.org/officeDocument/2006/relationships/image" Target="../media/image5.png"/><Relationship Id="rId12" Type="http://schemas.openxmlformats.org/officeDocument/2006/relationships/image" Target="../media/image7.png"/><Relationship Id="rId17" Type="http://schemas.openxmlformats.org/officeDocument/2006/relationships/image" Target="../media/image9.svg"/><Relationship Id="rId2" Type="http://schemas.openxmlformats.org/officeDocument/2006/relationships/image" Target="../media/image1.svg"/><Relationship Id="rId16" Type="http://schemas.openxmlformats.org/officeDocument/2006/relationships/image" Target="../media/image8.svg"/><Relationship Id="rId20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.png"/><Relationship Id="rId15" Type="http://schemas.openxmlformats.org/officeDocument/2006/relationships/image" Target="../media/image7.svg"/><Relationship Id="rId10" Type="http://schemas.openxmlformats.org/officeDocument/2006/relationships/image" Target="../media/image3.png"/><Relationship Id="rId19" Type="http://schemas.openxmlformats.org/officeDocument/2006/relationships/image" Target="../media/image11.svg"/><Relationship Id="rId9" Type="http://schemas.openxmlformats.org/officeDocument/2006/relationships/image" Target="../media/image2.png"/><Relationship Id="rId1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ZoneTexte 42">
            <a:extLst>
              <a:ext uri="{FF2B5EF4-FFF2-40B4-BE49-F238E27FC236}">
                <a16:creationId xmlns:a16="http://schemas.microsoft.com/office/drawing/2014/main" id="{BE1A1DA1-FF1F-B665-E1DF-8AC6D1FE415E}"/>
              </a:ext>
            </a:extLst>
          </p:cNvPr>
          <p:cNvSpPr txBox="1"/>
          <p:nvPr/>
        </p:nvSpPr>
        <p:spPr>
          <a:xfrm>
            <a:off x="71763" y="48096"/>
            <a:ext cx="17297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RECORDED TEMPORAL NETWORK</a:t>
            </a:r>
          </a:p>
        </p:txBody>
      </p:sp>
      <p:cxnSp>
        <p:nvCxnSpPr>
          <p:cNvPr id="211" name="Connecteur droit avec flèche 210">
            <a:extLst>
              <a:ext uri="{FF2B5EF4-FFF2-40B4-BE49-F238E27FC236}">
                <a16:creationId xmlns:a16="http://schemas.microsoft.com/office/drawing/2014/main" id="{5BB1D692-3438-06AE-14EA-48884D0F36BB}"/>
              </a:ext>
            </a:extLst>
          </p:cNvPr>
          <p:cNvCxnSpPr>
            <a:cxnSpLocks/>
            <a:stCxn id="214" idx="3"/>
            <a:endCxn id="215" idx="1"/>
          </p:cNvCxnSpPr>
          <p:nvPr/>
        </p:nvCxnSpPr>
        <p:spPr>
          <a:xfrm>
            <a:off x="1795779" y="871857"/>
            <a:ext cx="398239" cy="412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ZoneTexte 212">
            <a:extLst>
              <a:ext uri="{FF2B5EF4-FFF2-40B4-BE49-F238E27FC236}">
                <a16:creationId xmlns:a16="http://schemas.microsoft.com/office/drawing/2014/main" id="{6B9F8BB8-F1D3-2E46-FC4A-5EFC3801B497}"/>
              </a:ext>
            </a:extLst>
          </p:cNvPr>
          <p:cNvSpPr txBox="1"/>
          <p:nvPr/>
        </p:nvSpPr>
        <p:spPr>
          <a:xfrm>
            <a:off x="4854437" y="43873"/>
            <a:ext cx="19607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 b="1" dirty="0"/>
              <a:t>LOCATION RECONSTRUCTION</a:t>
            </a:r>
          </a:p>
        </p:txBody>
      </p:sp>
      <p:sp>
        <p:nvSpPr>
          <p:cNvPr id="214" name="Rectangle : coins arrondis 213">
            <a:extLst>
              <a:ext uri="{FF2B5EF4-FFF2-40B4-BE49-F238E27FC236}">
                <a16:creationId xmlns:a16="http://schemas.microsoft.com/office/drawing/2014/main" id="{AD0CF53D-D35D-4E45-8877-9122F41CD973}"/>
              </a:ext>
            </a:extLst>
          </p:cNvPr>
          <p:cNvSpPr/>
          <p:nvPr/>
        </p:nvSpPr>
        <p:spPr>
          <a:xfrm>
            <a:off x="77470" y="43866"/>
            <a:ext cx="1718308" cy="1655982"/>
          </a:xfrm>
          <a:prstGeom prst="roundRect">
            <a:avLst>
              <a:gd name="adj" fmla="val 6962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217" name="Rectangle : coins arrondis 216">
            <a:extLst>
              <a:ext uri="{FF2B5EF4-FFF2-40B4-BE49-F238E27FC236}">
                <a16:creationId xmlns:a16="http://schemas.microsoft.com/office/drawing/2014/main" id="{6373DE74-0488-6EED-F59E-D59FB352082B}"/>
              </a:ext>
            </a:extLst>
          </p:cNvPr>
          <p:cNvSpPr/>
          <p:nvPr/>
        </p:nvSpPr>
        <p:spPr>
          <a:xfrm>
            <a:off x="4912460" y="38642"/>
            <a:ext cx="1844753" cy="1664226"/>
          </a:xfrm>
          <a:prstGeom prst="roundRect">
            <a:avLst>
              <a:gd name="adj" fmla="val 6962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69AE0CDC-1A71-A86A-BABF-D027C37C5A31}"/>
              </a:ext>
            </a:extLst>
          </p:cNvPr>
          <p:cNvGrpSpPr/>
          <p:nvPr/>
        </p:nvGrpSpPr>
        <p:grpSpPr>
          <a:xfrm>
            <a:off x="272887" y="411559"/>
            <a:ext cx="1327497" cy="1310734"/>
            <a:chOff x="269117" y="949389"/>
            <a:chExt cx="1327497" cy="1259487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064006CB-95B6-4533-0584-2CDD1710E147}"/>
                </a:ext>
              </a:extLst>
            </p:cNvPr>
            <p:cNvGrpSpPr/>
            <p:nvPr/>
          </p:nvGrpSpPr>
          <p:grpSpPr>
            <a:xfrm>
              <a:off x="1111159" y="949389"/>
              <a:ext cx="485455" cy="1259487"/>
              <a:chOff x="1284973" y="934575"/>
              <a:chExt cx="485455" cy="1259487"/>
            </a:xfrm>
          </p:grpSpPr>
          <p:sp>
            <p:nvSpPr>
              <p:cNvPr id="40" name="Parallélogramme 39">
                <a:extLst>
                  <a:ext uri="{FF2B5EF4-FFF2-40B4-BE49-F238E27FC236}">
                    <a16:creationId xmlns:a16="http://schemas.microsoft.com/office/drawing/2014/main" id="{AC9EC54A-79A2-3E62-724A-0618DCB5B6D9}"/>
                  </a:ext>
                </a:extLst>
              </p:cNvPr>
              <p:cNvSpPr/>
              <p:nvPr/>
            </p:nvSpPr>
            <p:spPr>
              <a:xfrm rot="16200000">
                <a:off x="1011692" y="1207856"/>
                <a:ext cx="1032018" cy="485455"/>
              </a:xfrm>
              <a:prstGeom prst="parallelogram">
                <a:avLst>
                  <a:gd name="adj" fmla="val 50199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FCA86D5B-E2B2-BBA0-4B64-F342961E12F7}"/>
                  </a:ext>
                </a:extLst>
              </p:cNvPr>
              <p:cNvSpPr txBox="1"/>
              <p:nvPr/>
            </p:nvSpPr>
            <p:spPr>
              <a:xfrm>
                <a:off x="1432031" y="1957468"/>
                <a:ext cx="293699" cy="236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i="1" dirty="0"/>
                  <a:t>t</a:t>
                </a:r>
                <a:r>
                  <a:rPr lang="fr-FR" sz="1000" i="1" baseline="-25000" dirty="0"/>
                  <a:t>3</a:t>
                </a:r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9816432A-A1C5-0A3C-2232-2869D1194FA5}"/>
                  </a:ext>
                </a:extLst>
              </p:cNvPr>
              <p:cNvSpPr/>
              <p:nvPr/>
            </p:nvSpPr>
            <p:spPr>
              <a:xfrm>
                <a:off x="1398373" y="1119293"/>
                <a:ext cx="101798" cy="107156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CA3A50E5-FED5-92FF-F455-270B08F23589}"/>
                  </a:ext>
                </a:extLst>
              </p:cNvPr>
              <p:cNvSpPr/>
              <p:nvPr/>
            </p:nvSpPr>
            <p:spPr>
              <a:xfrm>
                <a:off x="1474726" y="1471559"/>
                <a:ext cx="101798" cy="10715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6E2A8298-1748-549B-D81A-1E4B569C3FD2}"/>
                  </a:ext>
                </a:extLst>
              </p:cNvPr>
              <p:cNvSpPr/>
              <p:nvPr/>
            </p:nvSpPr>
            <p:spPr>
              <a:xfrm>
                <a:off x="1346581" y="1542560"/>
                <a:ext cx="101798" cy="10715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63" name="Ellipse 62">
                <a:extLst>
                  <a:ext uri="{FF2B5EF4-FFF2-40B4-BE49-F238E27FC236}">
                    <a16:creationId xmlns:a16="http://schemas.microsoft.com/office/drawing/2014/main" id="{7CE86376-1483-408D-F19A-FF25F43E2F6E}"/>
                  </a:ext>
                </a:extLst>
              </p:cNvPr>
              <p:cNvSpPr/>
              <p:nvPr/>
            </p:nvSpPr>
            <p:spPr>
              <a:xfrm>
                <a:off x="1570395" y="1623658"/>
                <a:ext cx="101798" cy="107156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A716B6F8-F123-9583-FAB1-1FB1F3324C83}"/>
                  </a:ext>
                </a:extLst>
              </p:cNvPr>
              <p:cNvSpPr/>
              <p:nvPr/>
            </p:nvSpPr>
            <p:spPr>
              <a:xfrm>
                <a:off x="1582917" y="1242523"/>
                <a:ext cx="101798" cy="10715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3088D37E-089F-67FE-A3DF-352B3B7444A7}"/>
                  </a:ext>
                </a:extLst>
              </p:cNvPr>
              <p:cNvSpPr/>
              <p:nvPr/>
            </p:nvSpPr>
            <p:spPr>
              <a:xfrm>
                <a:off x="1368016" y="1296101"/>
                <a:ext cx="101798" cy="107156"/>
              </a:xfrm>
              <a:prstGeom prst="ellipse">
                <a:avLst/>
              </a:prstGeom>
              <a:solidFill>
                <a:schemeClr val="accent5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cxnSp>
            <p:nvCxnSpPr>
              <p:cNvPr id="99" name="Connecteur droit 98">
                <a:extLst>
                  <a:ext uri="{FF2B5EF4-FFF2-40B4-BE49-F238E27FC236}">
                    <a16:creationId xmlns:a16="http://schemas.microsoft.com/office/drawing/2014/main" id="{8C221B6A-975E-5BC2-8F80-0095682D100A}"/>
                  </a:ext>
                </a:extLst>
              </p:cNvPr>
              <p:cNvCxnSpPr>
                <a:cxnSpLocks/>
                <a:stCxn id="61" idx="0"/>
                <a:endCxn id="60" idx="5"/>
              </p:cNvCxnSpPr>
              <p:nvPr/>
            </p:nvCxnSpPr>
            <p:spPr>
              <a:xfrm flipH="1" flipV="1">
                <a:off x="1485263" y="1210757"/>
                <a:ext cx="40362" cy="26080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necteur droit 101">
                <a:extLst>
                  <a:ext uri="{FF2B5EF4-FFF2-40B4-BE49-F238E27FC236}">
                    <a16:creationId xmlns:a16="http://schemas.microsoft.com/office/drawing/2014/main" id="{534D8A73-66B2-1C2B-44B3-502C000BA681}"/>
                  </a:ext>
                </a:extLst>
              </p:cNvPr>
              <p:cNvCxnSpPr>
                <a:cxnSpLocks/>
                <a:stCxn id="63" idx="2"/>
                <a:endCxn id="62" idx="5"/>
              </p:cNvCxnSpPr>
              <p:nvPr/>
            </p:nvCxnSpPr>
            <p:spPr>
              <a:xfrm flipH="1" flipV="1">
                <a:off x="1433472" y="1634024"/>
                <a:ext cx="136923" cy="4321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necteur droit 104">
                <a:extLst>
                  <a:ext uri="{FF2B5EF4-FFF2-40B4-BE49-F238E27FC236}">
                    <a16:creationId xmlns:a16="http://schemas.microsoft.com/office/drawing/2014/main" id="{63293580-4BE9-EF0D-250F-5C59C7EF5990}"/>
                  </a:ext>
                </a:extLst>
              </p:cNvPr>
              <p:cNvCxnSpPr>
                <a:cxnSpLocks/>
                <a:stCxn id="63" idx="1"/>
                <a:endCxn id="61" idx="5"/>
              </p:cNvCxnSpPr>
              <p:nvPr/>
            </p:nvCxnSpPr>
            <p:spPr>
              <a:xfrm flipH="1" flipV="1">
                <a:off x="1561616" y="1563023"/>
                <a:ext cx="23687" cy="763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Connecteur droit 107">
                <a:extLst>
                  <a:ext uri="{FF2B5EF4-FFF2-40B4-BE49-F238E27FC236}">
                    <a16:creationId xmlns:a16="http://schemas.microsoft.com/office/drawing/2014/main" id="{DAF85C11-1B0C-EFC8-3AAB-D171B5746AFC}"/>
                  </a:ext>
                </a:extLst>
              </p:cNvPr>
              <p:cNvCxnSpPr>
                <a:cxnSpLocks/>
                <a:stCxn id="62" idx="7"/>
                <a:endCxn id="61" idx="2"/>
              </p:cNvCxnSpPr>
              <p:nvPr/>
            </p:nvCxnSpPr>
            <p:spPr>
              <a:xfrm flipV="1">
                <a:off x="1433471" y="1525137"/>
                <a:ext cx="41254" cy="331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8B909BF2-7876-A99C-6439-20390A6F7BC9}"/>
                </a:ext>
              </a:extLst>
            </p:cNvPr>
            <p:cNvGrpSpPr/>
            <p:nvPr/>
          </p:nvGrpSpPr>
          <p:grpSpPr>
            <a:xfrm>
              <a:off x="690138" y="949389"/>
              <a:ext cx="485455" cy="1259487"/>
              <a:chOff x="777045" y="934575"/>
              <a:chExt cx="485455" cy="1259487"/>
            </a:xfrm>
          </p:grpSpPr>
          <p:sp>
            <p:nvSpPr>
              <p:cNvPr id="41" name="Parallélogramme 40">
                <a:extLst>
                  <a:ext uri="{FF2B5EF4-FFF2-40B4-BE49-F238E27FC236}">
                    <a16:creationId xmlns:a16="http://schemas.microsoft.com/office/drawing/2014/main" id="{AB20AB81-5261-535B-8017-59A4A63A7E82}"/>
                  </a:ext>
                </a:extLst>
              </p:cNvPr>
              <p:cNvSpPr/>
              <p:nvPr/>
            </p:nvSpPr>
            <p:spPr>
              <a:xfrm rot="16200000">
                <a:off x="503764" y="1207856"/>
                <a:ext cx="1032018" cy="485455"/>
              </a:xfrm>
              <a:prstGeom prst="parallelogram">
                <a:avLst>
                  <a:gd name="adj" fmla="val 50199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8932E9D9-5033-9992-1DEB-FCC4C3ED2A70}"/>
                  </a:ext>
                </a:extLst>
              </p:cNvPr>
              <p:cNvSpPr txBox="1"/>
              <p:nvPr/>
            </p:nvSpPr>
            <p:spPr>
              <a:xfrm>
                <a:off x="924103" y="1957468"/>
                <a:ext cx="293699" cy="236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i="1" dirty="0"/>
                  <a:t>t</a:t>
                </a:r>
                <a:r>
                  <a:rPr lang="fr-FR" sz="1000" i="1" baseline="-25000" dirty="0"/>
                  <a:t>2</a:t>
                </a:r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A210FC11-E984-82CC-6B0E-77F9DF73E89F}"/>
                  </a:ext>
                </a:extLst>
              </p:cNvPr>
              <p:cNvSpPr/>
              <p:nvPr/>
            </p:nvSpPr>
            <p:spPr>
              <a:xfrm>
                <a:off x="891483" y="1119293"/>
                <a:ext cx="101798" cy="107156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CB9DFEBF-6950-7670-5592-3B1CCD37E92E}"/>
                  </a:ext>
                </a:extLst>
              </p:cNvPr>
              <p:cNvSpPr/>
              <p:nvPr/>
            </p:nvSpPr>
            <p:spPr>
              <a:xfrm>
                <a:off x="967836" y="1471559"/>
                <a:ext cx="101798" cy="10715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1618C8C1-445A-4FA9-AA2C-679B794FE2DB}"/>
                  </a:ext>
                </a:extLst>
              </p:cNvPr>
              <p:cNvSpPr/>
              <p:nvPr/>
            </p:nvSpPr>
            <p:spPr>
              <a:xfrm>
                <a:off x="839692" y="1542560"/>
                <a:ext cx="101798" cy="10715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639C71B1-A26F-34E3-4087-059C6D23F317}"/>
                  </a:ext>
                </a:extLst>
              </p:cNvPr>
              <p:cNvSpPr/>
              <p:nvPr/>
            </p:nvSpPr>
            <p:spPr>
              <a:xfrm>
                <a:off x="1063506" y="1623658"/>
                <a:ext cx="101798" cy="107156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08A94967-5E58-0330-27C1-CB49635300CD}"/>
                  </a:ext>
                </a:extLst>
              </p:cNvPr>
              <p:cNvSpPr/>
              <p:nvPr/>
            </p:nvSpPr>
            <p:spPr>
              <a:xfrm>
                <a:off x="1076027" y="1242523"/>
                <a:ext cx="101798" cy="10715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5369F621-A1BF-8500-4028-DC504093AC49}"/>
                  </a:ext>
                </a:extLst>
              </p:cNvPr>
              <p:cNvSpPr/>
              <p:nvPr/>
            </p:nvSpPr>
            <p:spPr>
              <a:xfrm>
                <a:off x="861126" y="1296101"/>
                <a:ext cx="101798" cy="107156"/>
              </a:xfrm>
              <a:prstGeom prst="ellipse">
                <a:avLst/>
              </a:prstGeom>
              <a:solidFill>
                <a:schemeClr val="accent5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cxnSp>
            <p:nvCxnSpPr>
              <p:cNvPr id="84" name="Connecteur droit 83">
                <a:extLst>
                  <a:ext uri="{FF2B5EF4-FFF2-40B4-BE49-F238E27FC236}">
                    <a16:creationId xmlns:a16="http://schemas.microsoft.com/office/drawing/2014/main" id="{E1C0999C-DD97-EFF8-885A-58AAEBF1D26B}"/>
                  </a:ext>
                </a:extLst>
              </p:cNvPr>
              <p:cNvCxnSpPr>
                <a:cxnSpLocks/>
                <a:stCxn id="54" idx="6"/>
                <a:endCxn id="58" idx="1"/>
              </p:cNvCxnSpPr>
              <p:nvPr/>
            </p:nvCxnSpPr>
            <p:spPr>
              <a:xfrm>
                <a:off x="993282" y="1172872"/>
                <a:ext cx="97653" cy="8534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necteur droit 84">
                <a:extLst>
                  <a:ext uri="{FF2B5EF4-FFF2-40B4-BE49-F238E27FC236}">
                    <a16:creationId xmlns:a16="http://schemas.microsoft.com/office/drawing/2014/main" id="{909D145F-06E2-8B02-2840-5AF52380F0F7}"/>
                  </a:ext>
                </a:extLst>
              </p:cNvPr>
              <p:cNvCxnSpPr>
                <a:cxnSpLocks/>
                <a:stCxn id="57" idx="7"/>
                <a:endCxn id="58" idx="4"/>
              </p:cNvCxnSpPr>
              <p:nvPr/>
            </p:nvCxnSpPr>
            <p:spPr>
              <a:xfrm flipH="1" flipV="1">
                <a:off x="1126927" y="1349679"/>
                <a:ext cx="23469" cy="289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onnecteur droit 85">
                <a:extLst>
                  <a:ext uri="{FF2B5EF4-FFF2-40B4-BE49-F238E27FC236}">
                    <a16:creationId xmlns:a16="http://schemas.microsoft.com/office/drawing/2014/main" id="{DE143493-27B3-E961-CBED-28F065CBAE5D}"/>
                  </a:ext>
                </a:extLst>
              </p:cNvPr>
              <p:cNvCxnSpPr>
                <a:cxnSpLocks/>
                <a:stCxn id="59" idx="0"/>
                <a:endCxn id="54" idx="3"/>
              </p:cNvCxnSpPr>
              <p:nvPr/>
            </p:nvCxnSpPr>
            <p:spPr>
              <a:xfrm flipH="1" flipV="1">
                <a:off x="906391" y="1210757"/>
                <a:ext cx="5635" cy="8534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necteur droit 87">
                <a:extLst>
                  <a:ext uri="{FF2B5EF4-FFF2-40B4-BE49-F238E27FC236}">
                    <a16:creationId xmlns:a16="http://schemas.microsoft.com/office/drawing/2014/main" id="{6DDBE23F-23D4-2B86-F956-194C261F7153}"/>
                  </a:ext>
                </a:extLst>
              </p:cNvPr>
              <p:cNvCxnSpPr>
                <a:cxnSpLocks/>
                <a:stCxn id="57" idx="2"/>
                <a:endCxn id="56" idx="5"/>
              </p:cNvCxnSpPr>
              <p:nvPr/>
            </p:nvCxnSpPr>
            <p:spPr>
              <a:xfrm flipH="1" flipV="1">
                <a:off x="926582" y="1634024"/>
                <a:ext cx="136923" cy="4321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8F7442B3-23C6-94CD-0181-D1CBCB5B3547}"/>
                </a:ext>
              </a:extLst>
            </p:cNvPr>
            <p:cNvGrpSpPr/>
            <p:nvPr/>
          </p:nvGrpSpPr>
          <p:grpSpPr>
            <a:xfrm>
              <a:off x="269117" y="949389"/>
              <a:ext cx="485455" cy="1259487"/>
              <a:chOff x="269117" y="934575"/>
              <a:chExt cx="485455" cy="1259487"/>
            </a:xfrm>
          </p:grpSpPr>
          <p:sp>
            <p:nvSpPr>
              <p:cNvPr id="39" name="Parallélogramme 38">
                <a:extLst>
                  <a:ext uri="{FF2B5EF4-FFF2-40B4-BE49-F238E27FC236}">
                    <a16:creationId xmlns:a16="http://schemas.microsoft.com/office/drawing/2014/main" id="{FEE4B291-FA95-A4B3-719D-8B707E0EA84E}"/>
                  </a:ext>
                </a:extLst>
              </p:cNvPr>
              <p:cNvSpPr/>
              <p:nvPr/>
            </p:nvSpPr>
            <p:spPr>
              <a:xfrm rot="16200000">
                <a:off x="-4164" y="1207856"/>
                <a:ext cx="1032018" cy="485455"/>
              </a:xfrm>
              <a:prstGeom prst="parallelogram">
                <a:avLst>
                  <a:gd name="adj" fmla="val 50199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575F8C99-7686-6C3A-B05C-A2A59A8A3F3D}"/>
                  </a:ext>
                </a:extLst>
              </p:cNvPr>
              <p:cNvSpPr txBox="1"/>
              <p:nvPr/>
            </p:nvSpPr>
            <p:spPr>
              <a:xfrm>
                <a:off x="416175" y="1957468"/>
                <a:ext cx="293699" cy="236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i="1" dirty="0"/>
                  <a:t>t</a:t>
                </a:r>
                <a:r>
                  <a:rPr lang="fr-FR" sz="1000" i="1" baseline="-25000" dirty="0"/>
                  <a:t>1</a:t>
                </a:r>
              </a:p>
            </p:txBody>
          </p: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F7BFFCE9-7DAD-3028-6AE3-5F86BAA479B3}"/>
                  </a:ext>
                </a:extLst>
              </p:cNvPr>
              <p:cNvSpPr/>
              <p:nvPr/>
            </p:nvSpPr>
            <p:spPr>
              <a:xfrm>
                <a:off x="384593" y="1119293"/>
                <a:ext cx="101798" cy="107156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4CFD78F8-E4AE-BBAB-34A5-A6E66358E558}"/>
                  </a:ext>
                </a:extLst>
              </p:cNvPr>
              <p:cNvSpPr/>
              <p:nvPr/>
            </p:nvSpPr>
            <p:spPr>
              <a:xfrm>
                <a:off x="460945" y="1471559"/>
                <a:ext cx="101798" cy="10715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8345D5E6-2DD9-1AAC-3C49-3144C4B30507}"/>
                  </a:ext>
                </a:extLst>
              </p:cNvPr>
              <p:cNvSpPr/>
              <p:nvPr/>
            </p:nvSpPr>
            <p:spPr>
              <a:xfrm>
                <a:off x="332801" y="1542560"/>
                <a:ext cx="101798" cy="10715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53DAED5E-D430-3325-E35F-CA8497E8BFB8}"/>
                  </a:ext>
                </a:extLst>
              </p:cNvPr>
              <p:cNvSpPr/>
              <p:nvPr/>
            </p:nvSpPr>
            <p:spPr>
              <a:xfrm>
                <a:off x="556615" y="1623658"/>
                <a:ext cx="101798" cy="107156"/>
              </a:xfrm>
              <a:prstGeom prst="ellipse">
                <a:avLst/>
              </a:prstGeom>
              <a:solidFill>
                <a:schemeClr val="accent2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54EEE511-8FA5-BAB5-4221-C89938679788}"/>
                  </a:ext>
                </a:extLst>
              </p:cNvPr>
              <p:cNvSpPr/>
              <p:nvPr/>
            </p:nvSpPr>
            <p:spPr>
              <a:xfrm>
                <a:off x="569137" y="1242523"/>
                <a:ext cx="101798" cy="10715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2B923F5F-5884-3478-0688-2B83F9370B49}"/>
                  </a:ext>
                </a:extLst>
              </p:cNvPr>
              <p:cNvSpPr/>
              <p:nvPr/>
            </p:nvSpPr>
            <p:spPr>
              <a:xfrm>
                <a:off x="354236" y="1296101"/>
                <a:ext cx="101798" cy="107156"/>
              </a:xfrm>
              <a:prstGeom prst="ellipse">
                <a:avLst/>
              </a:prstGeom>
              <a:solidFill>
                <a:schemeClr val="accent5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13"/>
              </a:p>
            </p:txBody>
          </p: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13D6922F-8AFF-2097-F66B-5BF4F8B09A74}"/>
                  </a:ext>
                </a:extLst>
              </p:cNvPr>
              <p:cNvCxnSpPr>
                <a:cxnSpLocks/>
                <a:stCxn id="48" idx="6"/>
                <a:endCxn id="52" idx="1"/>
              </p:cNvCxnSpPr>
              <p:nvPr/>
            </p:nvCxnSpPr>
            <p:spPr>
              <a:xfrm>
                <a:off x="486391" y="1172872"/>
                <a:ext cx="97653" cy="8534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necteur droit 68">
                <a:extLst>
                  <a:ext uri="{FF2B5EF4-FFF2-40B4-BE49-F238E27FC236}">
                    <a16:creationId xmlns:a16="http://schemas.microsoft.com/office/drawing/2014/main" id="{3589D0A1-92DC-A0AC-0973-70053DC7F01B}"/>
                  </a:ext>
                </a:extLst>
              </p:cNvPr>
              <p:cNvCxnSpPr>
                <a:cxnSpLocks/>
                <a:stCxn id="53" idx="6"/>
                <a:endCxn id="52" idx="2"/>
              </p:cNvCxnSpPr>
              <p:nvPr/>
            </p:nvCxnSpPr>
            <p:spPr>
              <a:xfrm flipV="1">
                <a:off x="456034" y="1296101"/>
                <a:ext cx="113102" cy="535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necteur droit 71">
                <a:extLst>
                  <a:ext uri="{FF2B5EF4-FFF2-40B4-BE49-F238E27FC236}">
                    <a16:creationId xmlns:a16="http://schemas.microsoft.com/office/drawing/2014/main" id="{0F84A8A7-5244-B2DB-EFA7-5E59D4F134B7}"/>
                  </a:ext>
                </a:extLst>
              </p:cNvPr>
              <p:cNvCxnSpPr>
                <a:cxnSpLocks/>
                <a:stCxn id="53" idx="0"/>
                <a:endCxn id="48" idx="3"/>
              </p:cNvCxnSpPr>
              <p:nvPr/>
            </p:nvCxnSpPr>
            <p:spPr>
              <a:xfrm flipH="1" flipV="1">
                <a:off x="399500" y="1210757"/>
                <a:ext cx="5635" cy="8534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necteur droit 74">
                <a:extLst>
                  <a:ext uri="{FF2B5EF4-FFF2-40B4-BE49-F238E27FC236}">
                    <a16:creationId xmlns:a16="http://schemas.microsoft.com/office/drawing/2014/main" id="{8C2039B7-2B25-1FE3-EA01-BD68B1177729}"/>
                  </a:ext>
                </a:extLst>
              </p:cNvPr>
              <p:cNvCxnSpPr>
                <a:cxnSpLocks/>
                <a:stCxn id="49" idx="7"/>
                <a:endCxn id="52" idx="3"/>
              </p:cNvCxnSpPr>
              <p:nvPr/>
            </p:nvCxnSpPr>
            <p:spPr>
              <a:xfrm flipV="1">
                <a:off x="547836" y="1333987"/>
                <a:ext cx="36209" cy="15326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necteur droit 77">
                <a:extLst>
                  <a:ext uri="{FF2B5EF4-FFF2-40B4-BE49-F238E27FC236}">
                    <a16:creationId xmlns:a16="http://schemas.microsoft.com/office/drawing/2014/main" id="{0ABABC7F-361D-8C92-2206-94881DDF8B11}"/>
                  </a:ext>
                </a:extLst>
              </p:cNvPr>
              <p:cNvCxnSpPr>
                <a:cxnSpLocks/>
                <a:stCxn id="51" idx="1"/>
                <a:endCxn id="49" idx="5"/>
              </p:cNvCxnSpPr>
              <p:nvPr/>
            </p:nvCxnSpPr>
            <p:spPr>
              <a:xfrm flipH="1" flipV="1">
                <a:off x="547835" y="1563023"/>
                <a:ext cx="23687" cy="7632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necteur droit 80">
                <a:extLst>
                  <a:ext uri="{FF2B5EF4-FFF2-40B4-BE49-F238E27FC236}">
                    <a16:creationId xmlns:a16="http://schemas.microsoft.com/office/drawing/2014/main" id="{AB22BD2B-9F2B-4028-656A-3DD1C670A45E}"/>
                  </a:ext>
                </a:extLst>
              </p:cNvPr>
              <p:cNvCxnSpPr>
                <a:cxnSpLocks/>
                <a:stCxn id="49" idx="1"/>
                <a:endCxn id="53" idx="4"/>
              </p:cNvCxnSpPr>
              <p:nvPr/>
            </p:nvCxnSpPr>
            <p:spPr>
              <a:xfrm flipH="1" flipV="1">
                <a:off x="405135" y="1403257"/>
                <a:ext cx="70718" cy="8399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E1CC800-EAE8-7055-EC13-6CCCC10D4665}"/>
              </a:ext>
            </a:extLst>
          </p:cNvPr>
          <p:cNvGrpSpPr/>
          <p:nvPr/>
        </p:nvGrpSpPr>
        <p:grpSpPr>
          <a:xfrm>
            <a:off x="2194018" y="43866"/>
            <a:ext cx="2342263" cy="1664226"/>
            <a:chOff x="2182489" y="97541"/>
            <a:chExt cx="2342263" cy="1664226"/>
          </a:xfrm>
        </p:grpSpPr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B58A53A4-1038-E20F-88B1-16DCA0E74D6D}"/>
                </a:ext>
              </a:extLst>
            </p:cNvPr>
            <p:cNvSpPr txBox="1"/>
            <p:nvPr/>
          </p:nvSpPr>
          <p:spPr>
            <a:xfrm>
              <a:off x="2275440" y="102769"/>
              <a:ext cx="21563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000" b="1" dirty="0"/>
                <a:t>SYNTHETIC TEMPORAL NETWORK</a:t>
              </a:r>
            </a:p>
          </p:txBody>
        </p:sp>
        <p:sp>
          <p:nvSpPr>
            <p:cNvPr id="215" name="Rectangle : coins arrondis 214">
              <a:extLst>
                <a:ext uri="{FF2B5EF4-FFF2-40B4-BE49-F238E27FC236}">
                  <a16:creationId xmlns:a16="http://schemas.microsoft.com/office/drawing/2014/main" id="{CF1158DD-38CD-8B80-D427-5692EE4E71EC}"/>
                </a:ext>
              </a:extLst>
            </p:cNvPr>
            <p:cNvSpPr/>
            <p:nvPr/>
          </p:nvSpPr>
          <p:spPr>
            <a:xfrm>
              <a:off x="2182489" y="97541"/>
              <a:ext cx="2342263" cy="1664226"/>
            </a:xfrm>
            <a:prstGeom prst="roundRect">
              <a:avLst>
                <a:gd name="adj" fmla="val 6962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/>
            </a:p>
          </p:txBody>
        </p:sp>
        <p:grpSp>
          <p:nvGrpSpPr>
            <p:cNvPr id="250" name="Groupe 249">
              <a:extLst>
                <a:ext uri="{FF2B5EF4-FFF2-40B4-BE49-F238E27FC236}">
                  <a16:creationId xmlns:a16="http://schemas.microsoft.com/office/drawing/2014/main" id="{3461A331-5A36-AFB3-4FB8-A9068BED209C}"/>
                </a:ext>
              </a:extLst>
            </p:cNvPr>
            <p:cNvGrpSpPr/>
            <p:nvPr/>
          </p:nvGrpSpPr>
          <p:grpSpPr>
            <a:xfrm>
              <a:off x="2298767" y="461478"/>
              <a:ext cx="2109707" cy="1272875"/>
              <a:chOff x="2299399" y="945628"/>
              <a:chExt cx="2109707" cy="1272875"/>
            </a:xfrm>
          </p:grpSpPr>
          <p:sp>
            <p:nvSpPr>
              <p:cNvPr id="151" name="ZoneTexte 150">
                <a:extLst>
                  <a:ext uri="{FF2B5EF4-FFF2-40B4-BE49-F238E27FC236}">
                    <a16:creationId xmlns:a16="http://schemas.microsoft.com/office/drawing/2014/main" id="{8E31F47D-C986-22F7-2B7F-AC648D34DEE3}"/>
                  </a:ext>
                </a:extLst>
              </p:cNvPr>
              <p:cNvSpPr txBox="1"/>
              <p:nvPr/>
            </p:nvSpPr>
            <p:spPr>
              <a:xfrm>
                <a:off x="3793673" y="1968520"/>
                <a:ext cx="19133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000" dirty="0"/>
                  <a:t>…</a:t>
                </a:r>
              </a:p>
            </p:txBody>
          </p:sp>
          <p:grpSp>
            <p:nvGrpSpPr>
              <p:cNvPr id="11" name="Groupe 10">
                <a:extLst>
                  <a:ext uri="{FF2B5EF4-FFF2-40B4-BE49-F238E27FC236}">
                    <a16:creationId xmlns:a16="http://schemas.microsoft.com/office/drawing/2014/main" id="{DDC7EE4A-B7E6-9E2D-7FF6-FF4225EF2B4A}"/>
                  </a:ext>
                </a:extLst>
              </p:cNvPr>
              <p:cNvGrpSpPr/>
              <p:nvPr/>
            </p:nvGrpSpPr>
            <p:grpSpPr>
              <a:xfrm>
                <a:off x="3923651" y="969013"/>
                <a:ext cx="485455" cy="1249490"/>
                <a:chOff x="4283112" y="930401"/>
                <a:chExt cx="485455" cy="1249490"/>
              </a:xfrm>
            </p:grpSpPr>
            <p:sp>
              <p:nvSpPr>
                <p:cNvPr id="152" name="Parallélogramme 151">
                  <a:extLst>
                    <a:ext uri="{FF2B5EF4-FFF2-40B4-BE49-F238E27FC236}">
                      <a16:creationId xmlns:a16="http://schemas.microsoft.com/office/drawing/2014/main" id="{5AE48CAF-8BC9-8EA7-C31E-067E9CE7FC5E}"/>
                    </a:ext>
                  </a:extLst>
                </p:cNvPr>
                <p:cNvSpPr/>
                <p:nvPr/>
              </p:nvSpPr>
              <p:spPr>
                <a:xfrm rot="16200000">
                  <a:off x="4009831" y="1203682"/>
                  <a:ext cx="1032018" cy="485455"/>
                </a:xfrm>
                <a:prstGeom prst="parallelogram">
                  <a:avLst>
                    <a:gd name="adj" fmla="val 50199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 dirty="0"/>
                </a:p>
              </p:txBody>
            </p:sp>
            <p:sp>
              <p:nvSpPr>
                <p:cNvPr id="155" name="ZoneTexte 154">
                  <a:extLst>
                    <a:ext uri="{FF2B5EF4-FFF2-40B4-BE49-F238E27FC236}">
                      <a16:creationId xmlns:a16="http://schemas.microsoft.com/office/drawing/2014/main" id="{0988CFFE-924B-4FAA-93F3-8ACCAE0829B8}"/>
                    </a:ext>
                  </a:extLst>
                </p:cNvPr>
                <p:cNvSpPr txBox="1"/>
                <p:nvPr/>
              </p:nvSpPr>
              <p:spPr>
                <a:xfrm>
                  <a:off x="4422774" y="1933670"/>
                  <a:ext cx="19133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000" i="1" dirty="0" err="1"/>
                    <a:t>T</a:t>
                  </a:r>
                  <a:endParaRPr lang="fr-FR" sz="1000" i="1" dirty="0"/>
                </a:p>
              </p:txBody>
            </p:sp>
            <p:sp>
              <p:nvSpPr>
                <p:cNvPr id="162" name="Ellipse 161">
                  <a:extLst>
                    <a:ext uri="{FF2B5EF4-FFF2-40B4-BE49-F238E27FC236}">
                      <a16:creationId xmlns:a16="http://schemas.microsoft.com/office/drawing/2014/main" id="{A84C566F-3008-B87B-C99B-F475AD874CCC}"/>
                    </a:ext>
                  </a:extLst>
                </p:cNvPr>
                <p:cNvSpPr/>
                <p:nvPr/>
              </p:nvSpPr>
              <p:spPr>
                <a:xfrm>
                  <a:off x="4397729" y="1114779"/>
                  <a:ext cx="101798" cy="107156"/>
                </a:xfrm>
                <a:prstGeom prst="ellipse">
                  <a:avLst/>
                </a:prstGeom>
                <a:solidFill>
                  <a:schemeClr val="accent2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63" name="Ellipse 162">
                  <a:extLst>
                    <a:ext uri="{FF2B5EF4-FFF2-40B4-BE49-F238E27FC236}">
                      <a16:creationId xmlns:a16="http://schemas.microsoft.com/office/drawing/2014/main" id="{803B08E5-642E-7635-1DD9-1AA06F224BAB}"/>
                    </a:ext>
                  </a:extLst>
                </p:cNvPr>
                <p:cNvSpPr/>
                <p:nvPr/>
              </p:nvSpPr>
              <p:spPr>
                <a:xfrm>
                  <a:off x="4474082" y="1467044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64" name="Ellipse 163">
                  <a:extLst>
                    <a:ext uri="{FF2B5EF4-FFF2-40B4-BE49-F238E27FC236}">
                      <a16:creationId xmlns:a16="http://schemas.microsoft.com/office/drawing/2014/main" id="{5000C465-694E-95C6-4DC7-D44BC8BFC912}"/>
                    </a:ext>
                  </a:extLst>
                </p:cNvPr>
                <p:cNvSpPr/>
                <p:nvPr/>
              </p:nvSpPr>
              <p:spPr>
                <a:xfrm>
                  <a:off x="4345938" y="1538046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65" name="Ellipse 164">
                  <a:extLst>
                    <a:ext uri="{FF2B5EF4-FFF2-40B4-BE49-F238E27FC236}">
                      <a16:creationId xmlns:a16="http://schemas.microsoft.com/office/drawing/2014/main" id="{9CBB705D-C1D7-B9B7-7D88-9E11D28C4E70}"/>
                    </a:ext>
                  </a:extLst>
                </p:cNvPr>
                <p:cNvSpPr/>
                <p:nvPr/>
              </p:nvSpPr>
              <p:spPr>
                <a:xfrm>
                  <a:off x="4569751" y="1619144"/>
                  <a:ext cx="101798" cy="107156"/>
                </a:xfrm>
                <a:prstGeom prst="ellipse">
                  <a:avLst/>
                </a:prstGeom>
                <a:solidFill>
                  <a:schemeClr val="accent2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66" name="Ellipse 165">
                  <a:extLst>
                    <a:ext uri="{FF2B5EF4-FFF2-40B4-BE49-F238E27FC236}">
                      <a16:creationId xmlns:a16="http://schemas.microsoft.com/office/drawing/2014/main" id="{05B6FE59-0E97-6755-28C7-B4292AE64910}"/>
                    </a:ext>
                  </a:extLst>
                </p:cNvPr>
                <p:cNvSpPr/>
                <p:nvPr/>
              </p:nvSpPr>
              <p:spPr>
                <a:xfrm>
                  <a:off x="4582273" y="1238008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67" name="Ellipse 166">
                  <a:extLst>
                    <a:ext uri="{FF2B5EF4-FFF2-40B4-BE49-F238E27FC236}">
                      <a16:creationId xmlns:a16="http://schemas.microsoft.com/office/drawing/2014/main" id="{F924CF22-78E0-7684-4776-EF45F635ED56}"/>
                    </a:ext>
                  </a:extLst>
                </p:cNvPr>
                <p:cNvSpPr/>
                <p:nvPr/>
              </p:nvSpPr>
              <p:spPr>
                <a:xfrm>
                  <a:off x="4367372" y="1291587"/>
                  <a:ext cx="101798" cy="107156"/>
                </a:xfrm>
                <a:prstGeom prst="ellipse">
                  <a:avLst/>
                </a:prstGeom>
                <a:solidFill>
                  <a:schemeClr val="accent5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cxnSp>
              <p:nvCxnSpPr>
                <p:cNvPr id="172" name="Connecteur droit 171">
                  <a:extLst>
                    <a:ext uri="{FF2B5EF4-FFF2-40B4-BE49-F238E27FC236}">
                      <a16:creationId xmlns:a16="http://schemas.microsoft.com/office/drawing/2014/main" id="{53DAB119-2E1A-3EA3-3282-4F1202FE15E9}"/>
                    </a:ext>
                  </a:extLst>
                </p:cNvPr>
                <p:cNvCxnSpPr>
                  <a:cxnSpLocks/>
                  <a:stCxn id="163" idx="0"/>
                  <a:endCxn id="166" idx="3"/>
                </p:cNvCxnSpPr>
                <p:nvPr/>
              </p:nvCxnSpPr>
              <p:spPr>
                <a:xfrm flipV="1">
                  <a:off x="4524981" y="1329472"/>
                  <a:ext cx="72200" cy="13757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Connecteur droit 172">
                  <a:extLst>
                    <a:ext uri="{FF2B5EF4-FFF2-40B4-BE49-F238E27FC236}">
                      <a16:creationId xmlns:a16="http://schemas.microsoft.com/office/drawing/2014/main" id="{A6D6D290-33AA-5EF1-F5F7-A2D999281519}"/>
                    </a:ext>
                  </a:extLst>
                </p:cNvPr>
                <p:cNvCxnSpPr>
                  <a:cxnSpLocks/>
                  <a:stCxn id="167" idx="5"/>
                  <a:endCxn id="163" idx="1"/>
                </p:cNvCxnSpPr>
                <p:nvPr/>
              </p:nvCxnSpPr>
              <p:spPr>
                <a:xfrm>
                  <a:off x="4454263" y="1383050"/>
                  <a:ext cx="34727" cy="9968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Connecteur droit 173">
                  <a:extLst>
                    <a:ext uri="{FF2B5EF4-FFF2-40B4-BE49-F238E27FC236}">
                      <a16:creationId xmlns:a16="http://schemas.microsoft.com/office/drawing/2014/main" id="{C5776672-A863-AC1B-3286-842C05DF72E1}"/>
                    </a:ext>
                  </a:extLst>
                </p:cNvPr>
                <p:cNvCxnSpPr>
                  <a:cxnSpLocks/>
                  <a:stCxn id="164" idx="6"/>
                  <a:endCxn id="163" idx="3"/>
                </p:cNvCxnSpPr>
                <p:nvPr/>
              </p:nvCxnSpPr>
              <p:spPr>
                <a:xfrm flipV="1">
                  <a:off x="4447735" y="1558508"/>
                  <a:ext cx="41254" cy="3311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Connecteur droit 174">
                  <a:extLst>
                    <a:ext uri="{FF2B5EF4-FFF2-40B4-BE49-F238E27FC236}">
                      <a16:creationId xmlns:a16="http://schemas.microsoft.com/office/drawing/2014/main" id="{5866B47F-D103-411A-D75B-06B09346D967}"/>
                    </a:ext>
                  </a:extLst>
                </p:cNvPr>
                <p:cNvCxnSpPr>
                  <a:cxnSpLocks/>
                  <a:stCxn id="164" idx="0"/>
                  <a:endCxn id="167" idx="3"/>
                </p:cNvCxnSpPr>
                <p:nvPr/>
              </p:nvCxnSpPr>
              <p:spPr>
                <a:xfrm flipH="1" flipV="1">
                  <a:off x="4382280" y="1383050"/>
                  <a:ext cx="14557" cy="15499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e 9">
                <a:extLst>
                  <a:ext uri="{FF2B5EF4-FFF2-40B4-BE49-F238E27FC236}">
                    <a16:creationId xmlns:a16="http://schemas.microsoft.com/office/drawing/2014/main" id="{AB220D40-6454-1927-77A3-281BD8DC60EC}"/>
                  </a:ext>
                </a:extLst>
              </p:cNvPr>
              <p:cNvGrpSpPr/>
              <p:nvPr/>
            </p:nvGrpSpPr>
            <p:grpSpPr>
              <a:xfrm>
                <a:off x="3146070" y="945628"/>
                <a:ext cx="485455" cy="1269113"/>
                <a:chOff x="3442815" y="909086"/>
                <a:chExt cx="485455" cy="1269113"/>
              </a:xfrm>
            </p:grpSpPr>
            <p:sp>
              <p:nvSpPr>
                <p:cNvPr id="114" name="Parallélogramme 113">
                  <a:extLst>
                    <a:ext uri="{FF2B5EF4-FFF2-40B4-BE49-F238E27FC236}">
                      <a16:creationId xmlns:a16="http://schemas.microsoft.com/office/drawing/2014/main" id="{3BC93C2A-F9FA-E7DF-65EE-49FDCFA6C561}"/>
                    </a:ext>
                  </a:extLst>
                </p:cNvPr>
                <p:cNvSpPr/>
                <p:nvPr/>
              </p:nvSpPr>
              <p:spPr>
                <a:xfrm rot="16200000">
                  <a:off x="3169534" y="1182367"/>
                  <a:ext cx="1032018" cy="485455"/>
                </a:xfrm>
                <a:prstGeom prst="parallelogram">
                  <a:avLst>
                    <a:gd name="adj" fmla="val 50199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18" name="ZoneTexte 117">
                  <a:extLst>
                    <a:ext uri="{FF2B5EF4-FFF2-40B4-BE49-F238E27FC236}">
                      <a16:creationId xmlns:a16="http://schemas.microsoft.com/office/drawing/2014/main" id="{8E8F9743-83E2-9F59-1482-5421CC6AB775}"/>
                    </a:ext>
                  </a:extLst>
                </p:cNvPr>
                <p:cNvSpPr txBox="1"/>
                <p:nvPr/>
              </p:nvSpPr>
              <p:spPr>
                <a:xfrm>
                  <a:off x="3589872" y="1931978"/>
                  <a:ext cx="31471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000" i="1" dirty="0"/>
                    <a:t>t</a:t>
                  </a:r>
                  <a:r>
                    <a:rPr lang="fr-FR" sz="1000" i="1" baseline="-25000" dirty="0"/>
                    <a:t>3</a:t>
                  </a:r>
                </a:p>
              </p:txBody>
            </p:sp>
            <p:sp>
              <p:nvSpPr>
                <p:cNvPr id="131" name="Ellipse 130">
                  <a:extLst>
                    <a:ext uri="{FF2B5EF4-FFF2-40B4-BE49-F238E27FC236}">
                      <a16:creationId xmlns:a16="http://schemas.microsoft.com/office/drawing/2014/main" id="{A6975252-588A-46A7-3EBD-B23B3B305C04}"/>
                    </a:ext>
                  </a:extLst>
                </p:cNvPr>
                <p:cNvSpPr/>
                <p:nvPr/>
              </p:nvSpPr>
              <p:spPr>
                <a:xfrm>
                  <a:off x="3556215" y="1093804"/>
                  <a:ext cx="101798" cy="107156"/>
                </a:xfrm>
                <a:prstGeom prst="ellipse">
                  <a:avLst/>
                </a:prstGeom>
                <a:solidFill>
                  <a:schemeClr val="accent2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32" name="Ellipse 131">
                  <a:extLst>
                    <a:ext uri="{FF2B5EF4-FFF2-40B4-BE49-F238E27FC236}">
                      <a16:creationId xmlns:a16="http://schemas.microsoft.com/office/drawing/2014/main" id="{02FE04E7-960F-4336-AFB3-8FB133A3F5EF}"/>
                    </a:ext>
                  </a:extLst>
                </p:cNvPr>
                <p:cNvSpPr/>
                <p:nvPr/>
              </p:nvSpPr>
              <p:spPr>
                <a:xfrm>
                  <a:off x="3632567" y="1446070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33" name="Ellipse 132">
                  <a:extLst>
                    <a:ext uri="{FF2B5EF4-FFF2-40B4-BE49-F238E27FC236}">
                      <a16:creationId xmlns:a16="http://schemas.microsoft.com/office/drawing/2014/main" id="{0CB9DEDD-C41F-CD72-A0F4-11B502EA1593}"/>
                    </a:ext>
                  </a:extLst>
                </p:cNvPr>
                <p:cNvSpPr/>
                <p:nvPr/>
              </p:nvSpPr>
              <p:spPr>
                <a:xfrm>
                  <a:off x="3504423" y="1517071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34" name="Ellipse 133">
                  <a:extLst>
                    <a:ext uri="{FF2B5EF4-FFF2-40B4-BE49-F238E27FC236}">
                      <a16:creationId xmlns:a16="http://schemas.microsoft.com/office/drawing/2014/main" id="{76856AB9-C51F-A46C-93D1-5521484EA88A}"/>
                    </a:ext>
                  </a:extLst>
                </p:cNvPr>
                <p:cNvSpPr/>
                <p:nvPr/>
              </p:nvSpPr>
              <p:spPr>
                <a:xfrm>
                  <a:off x="3728237" y="1598169"/>
                  <a:ext cx="101798" cy="107156"/>
                </a:xfrm>
                <a:prstGeom prst="ellipse">
                  <a:avLst/>
                </a:prstGeom>
                <a:solidFill>
                  <a:schemeClr val="accent2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35" name="Ellipse 134">
                  <a:extLst>
                    <a:ext uri="{FF2B5EF4-FFF2-40B4-BE49-F238E27FC236}">
                      <a16:creationId xmlns:a16="http://schemas.microsoft.com/office/drawing/2014/main" id="{B67B7B2F-8574-8BE4-D863-685C2908EEAA}"/>
                    </a:ext>
                  </a:extLst>
                </p:cNvPr>
                <p:cNvSpPr/>
                <p:nvPr/>
              </p:nvSpPr>
              <p:spPr>
                <a:xfrm>
                  <a:off x="3740759" y="1217033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36" name="Ellipse 135">
                  <a:extLst>
                    <a:ext uri="{FF2B5EF4-FFF2-40B4-BE49-F238E27FC236}">
                      <a16:creationId xmlns:a16="http://schemas.microsoft.com/office/drawing/2014/main" id="{9FE0551E-AC66-8FBA-789A-2820C2F853C1}"/>
                    </a:ext>
                  </a:extLst>
                </p:cNvPr>
                <p:cNvSpPr/>
                <p:nvPr/>
              </p:nvSpPr>
              <p:spPr>
                <a:xfrm>
                  <a:off x="3525858" y="1270612"/>
                  <a:ext cx="101798" cy="107156"/>
                </a:xfrm>
                <a:prstGeom prst="ellipse">
                  <a:avLst/>
                </a:prstGeom>
                <a:solidFill>
                  <a:schemeClr val="accent5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cxnSp>
              <p:nvCxnSpPr>
                <p:cNvPr id="147" name="Connecteur droit 146">
                  <a:extLst>
                    <a:ext uri="{FF2B5EF4-FFF2-40B4-BE49-F238E27FC236}">
                      <a16:creationId xmlns:a16="http://schemas.microsoft.com/office/drawing/2014/main" id="{089EBC6B-70E8-A3F4-5EA3-6060D0373243}"/>
                    </a:ext>
                  </a:extLst>
                </p:cNvPr>
                <p:cNvCxnSpPr>
                  <a:cxnSpLocks/>
                  <a:stCxn id="135" idx="1"/>
                  <a:endCxn id="131" idx="5"/>
                </p:cNvCxnSpPr>
                <p:nvPr/>
              </p:nvCxnSpPr>
              <p:spPr>
                <a:xfrm flipH="1" flipV="1">
                  <a:off x="3643105" y="1185268"/>
                  <a:ext cx="112561" cy="474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Connecteur droit 147">
                  <a:extLst>
                    <a:ext uri="{FF2B5EF4-FFF2-40B4-BE49-F238E27FC236}">
                      <a16:creationId xmlns:a16="http://schemas.microsoft.com/office/drawing/2014/main" id="{76E8B9E9-8170-79DE-0C3A-567E35D9B215}"/>
                    </a:ext>
                  </a:extLst>
                </p:cNvPr>
                <p:cNvCxnSpPr>
                  <a:cxnSpLocks/>
                  <a:stCxn id="134" idx="1"/>
                  <a:endCxn id="132" idx="5"/>
                </p:cNvCxnSpPr>
                <p:nvPr/>
              </p:nvCxnSpPr>
              <p:spPr>
                <a:xfrm flipH="1" flipV="1">
                  <a:off x="3719457" y="1537534"/>
                  <a:ext cx="23687" cy="7632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Connecteur droit 148">
                  <a:extLst>
                    <a:ext uri="{FF2B5EF4-FFF2-40B4-BE49-F238E27FC236}">
                      <a16:creationId xmlns:a16="http://schemas.microsoft.com/office/drawing/2014/main" id="{0D0F5DA9-A3D1-2223-EFA4-64721C52AFD7}"/>
                    </a:ext>
                  </a:extLst>
                </p:cNvPr>
                <p:cNvCxnSpPr>
                  <a:cxnSpLocks/>
                  <a:stCxn id="134" idx="0"/>
                  <a:endCxn id="135" idx="4"/>
                </p:cNvCxnSpPr>
                <p:nvPr/>
              </p:nvCxnSpPr>
              <p:spPr>
                <a:xfrm flipV="1">
                  <a:off x="3779136" y="1324190"/>
                  <a:ext cx="12522" cy="27397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Connecteur droit 149">
                  <a:extLst>
                    <a:ext uri="{FF2B5EF4-FFF2-40B4-BE49-F238E27FC236}">
                      <a16:creationId xmlns:a16="http://schemas.microsoft.com/office/drawing/2014/main" id="{4174132A-DAD9-680A-DA3E-F1057A66B210}"/>
                    </a:ext>
                  </a:extLst>
                </p:cNvPr>
                <p:cNvCxnSpPr>
                  <a:cxnSpLocks/>
                  <a:stCxn id="133" idx="0"/>
                  <a:endCxn id="136" idx="4"/>
                </p:cNvCxnSpPr>
                <p:nvPr/>
              </p:nvCxnSpPr>
              <p:spPr>
                <a:xfrm flipV="1">
                  <a:off x="3555322" y="1377768"/>
                  <a:ext cx="21435" cy="1393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Connecteur droit 194">
                  <a:extLst>
                    <a:ext uri="{FF2B5EF4-FFF2-40B4-BE49-F238E27FC236}">
                      <a16:creationId xmlns:a16="http://schemas.microsoft.com/office/drawing/2014/main" id="{8EF34C97-1B11-C0BE-F5BF-E9D74A729475}"/>
                    </a:ext>
                  </a:extLst>
                </p:cNvPr>
                <p:cNvCxnSpPr>
                  <a:cxnSpLocks/>
                  <a:stCxn id="132" idx="0"/>
                  <a:endCxn id="131" idx="4"/>
                </p:cNvCxnSpPr>
                <p:nvPr/>
              </p:nvCxnSpPr>
              <p:spPr>
                <a:xfrm flipH="1" flipV="1">
                  <a:off x="3607113" y="1200960"/>
                  <a:ext cx="76353" cy="24510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Connecteur droit 198">
                  <a:extLst>
                    <a:ext uri="{FF2B5EF4-FFF2-40B4-BE49-F238E27FC236}">
                      <a16:creationId xmlns:a16="http://schemas.microsoft.com/office/drawing/2014/main" id="{F04F09F3-576E-1C76-29E9-18BC2D9F39AA}"/>
                    </a:ext>
                  </a:extLst>
                </p:cNvPr>
                <p:cNvCxnSpPr>
                  <a:cxnSpLocks/>
                  <a:stCxn id="132" idx="7"/>
                  <a:endCxn id="135" idx="3"/>
                </p:cNvCxnSpPr>
                <p:nvPr/>
              </p:nvCxnSpPr>
              <p:spPr>
                <a:xfrm flipV="1">
                  <a:off x="3719457" y="1308498"/>
                  <a:ext cx="36209" cy="15326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1202C11E-EF25-9C5F-427C-730D25F7E900}"/>
                  </a:ext>
                </a:extLst>
              </p:cNvPr>
              <p:cNvGrpSpPr/>
              <p:nvPr/>
            </p:nvGrpSpPr>
            <p:grpSpPr>
              <a:xfrm>
                <a:off x="2718987" y="945628"/>
                <a:ext cx="485455" cy="1269113"/>
                <a:chOff x="2934887" y="909086"/>
                <a:chExt cx="485455" cy="1269113"/>
              </a:xfrm>
            </p:grpSpPr>
            <p:sp>
              <p:nvSpPr>
                <p:cNvPr id="115" name="Parallélogramme 114">
                  <a:extLst>
                    <a:ext uri="{FF2B5EF4-FFF2-40B4-BE49-F238E27FC236}">
                      <a16:creationId xmlns:a16="http://schemas.microsoft.com/office/drawing/2014/main" id="{9B8F9E51-554B-1733-679E-E78EE60828C8}"/>
                    </a:ext>
                  </a:extLst>
                </p:cNvPr>
                <p:cNvSpPr/>
                <p:nvPr/>
              </p:nvSpPr>
              <p:spPr>
                <a:xfrm rot="16200000">
                  <a:off x="2661606" y="1182367"/>
                  <a:ext cx="1032018" cy="485455"/>
                </a:xfrm>
                <a:prstGeom prst="parallelogram">
                  <a:avLst>
                    <a:gd name="adj" fmla="val 50199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 dirty="0"/>
                </a:p>
              </p:txBody>
            </p:sp>
            <p:sp>
              <p:nvSpPr>
                <p:cNvPr id="117" name="ZoneTexte 116">
                  <a:extLst>
                    <a:ext uri="{FF2B5EF4-FFF2-40B4-BE49-F238E27FC236}">
                      <a16:creationId xmlns:a16="http://schemas.microsoft.com/office/drawing/2014/main" id="{45267AB9-06ED-3674-0620-79CE6B118F82}"/>
                    </a:ext>
                  </a:extLst>
                </p:cNvPr>
                <p:cNvSpPr txBox="1"/>
                <p:nvPr/>
              </p:nvSpPr>
              <p:spPr>
                <a:xfrm>
                  <a:off x="3081944" y="1931978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000" i="1" dirty="0"/>
                    <a:t>t</a:t>
                  </a:r>
                  <a:r>
                    <a:rPr lang="fr-FR" sz="1000" i="1" baseline="-25000" dirty="0"/>
                    <a:t>2</a:t>
                  </a:r>
                </a:p>
              </p:txBody>
            </p:sp>
            <p:sp>
              <p:nvSpPr>
                <p:cNvPr id="125" name="Ellipse 124">
                  <a:extLst>
                    <a:ext uri="{FF2B5EF4-FFF2-40B4-BE49-F238E27FC236}">
                      <a16:creationId xmlns:a16="http://schemas.microsoft.com/office/drawing/2014/main" id="{0AA3E048-B823-3C46-7D8A-18B3854C3BF8}"/>
                    </a:ext>
                  </a:extLst>
                </p:cNvPr>
                <p:cNvSpPr/>
                <p:nvPr/>
              </p:nvSpPr>
              <p:spPr>
                <a:xfrm>
                  <a:off x="3049326" y="1093804"/>
                  <a:ext cx="101798" cy="107156"/>
                </a:xfrm>
                <a:prstGeom prst="ellipse">
                  <a:avLst/>
                </a:prstGeom>
                <a:solidFill>
                  <a:schemeClr val="accent2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26" name="Ellipse 125">
                  <a:extLst>
                    <a:ext uri="{FF2B5EF4-FFF2-40B4-BE49-F238E27FC236}">
                      <a16:creationId xmlns:a16="http://schemas.microsoft.com/office/drawing/2014/main" id="{1059612C-F110-2D92-064B-B3D05279C20C}"/>
                    </a:ext>
                  </a:extLst>
                </p:cNvPr>
                <p:cNvSpPr/>
                <p:nvPr/>
              </p:nvSpPr>
              <p:spPr>
                <a:xfrm>
                  <a:off x="3125678" y="1446070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27" name="Ellipse 126">
                  <a:extLst>
                    <a:ext uri="{FF2B5EF4-FFF2-40B4-BE49-F238E27FC236}">
                      <a16:creationId xmlns:a16="http://schemas.microsoft.com/office/drawing/2014/main" id="{CF9E33DC-4DBF-5C57-3209-B794BE6C6948}"/>
                    </a:ext>
                  </a:extLst>
                </p:cNvPr>
                <p:cNvSpPr/>
                <p:nvPr/>
              </p:nvSpPr>
              <p:spPr>
                <a:xfrm>
                  <a:off x="2997533" y="1517071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28" name="Ellipse 127">
                  <a:extLst>
                    <a:ext uri="{FF2B5EF4-FFF2-40B4-BE49-F238E27FC236}">
                      <a16:creationId xmlns:a16="http://schemas.microsoft.com/office/drawing/2014/main" id="{A5DBF558-9AEC-0B33-AB5A-839ACC777E87}"/>
                    </a:ext>
                  </a:extLst>
                </p:cNvPr>
                <p:cNvSpPr/>
                <p:nvPr/>
              </p:nvSpPr>
              <p:spPr>
                <a:xfrm>
                  <a:off x="3221348" y="1598169"/>
                  <a:ext cx="101798" cy="107156"/>
                </a:xfrm>
                <a:prstGeom prst="ellipse">
                  <a:avLst/>
                </a:prstGeom>
                <a:solidFill>
                  <a:schemeClr val="accent2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29" name="Ellipse 128">
                  <a:extLst>
                    <a:ext uri="{FF2B5EF4-FFF2-40B4-BE49-F238E27FC236}">
                      <a16:creationId xmlns:a16="http://schemas.microsoft.com/office/drawing/2014/main" id="{A0E3A766-F9A2-F4D2-6DB0-0F77F7BEE17F}"/>
                    </a:ext>
                  </a:extLst>
                </p:cNvPr>
                <p:cNvSpPr/>
                <p:nvPr/>
              </p:nvSpPr>
              <p:spPr>
                <a:xfrm>
                  <a:off x="3233869" y="1217033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30" name="Ellipse 129">
                  <a:extLst>
                    <a:ext uri="{FF2B5EF4-FFF2-40B4-BE49-F238E27FC236}">
                      <a16:creationId xmlns:a16="http://schemas.microsoft.com/office/drawing/2014/main" id="{37EFBD2B-80E3-A9F6-6041-AE6AABB34594}"/>
                    </a:ext>
                  </a:extLst>
                </p:cNvPr>
                <p:cNvSpPr/>
                <p:nvPr/>
              </p:nvSpPr>
              <p:spPr>
                <a:xfrm>
                  <a:off x="3018968" y="1270612"/>
                  <a:ext cx="101798" cy="107156"/>
                </a:xfrm>
                <a:prstGeom prst="ellipse">
                  <a:avLst/>
                </a:prstGeom>
                <a:solidFill>
                  <a:schemeClr val="accent5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cxnSp>
              <p:nvCxnSpPr>
                <p:cNvPr id="143" name="Connecteur droit 142">
                  <a:extLst>
                    <a:ext uri="{FF2B5EF4-FFF2-40B4-BE49-F238E27FC236}">
                      <a16:creationId xmlns:a16="http://schemas.microsoft.com/office/drawing/2014/main" id="{3970EA4C-6777-8B9E-C094-227B7ACB2A91}"/>
                    </a:ext>
                  </a:extLst>
                </p:cNvPr>
                <p:cNvCxnSpPr>
                  <a:cxnSpLocks/>
                  <a:stCxn id="125" idx="6"/>
                  <a:endCxn id="129" idx="1"/>
                </p:cNvCxnSpPr>
                <p:nvPr/>
              </p:nvCxnSpPr>
              <p:spPr>
                <a:xfrm>
                  <a:off x="3151123" y="1147383"/>
                  <a:ext cx="97653" cy="8534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Connecteur droit 143">
                  <a:extLst>
                    <a:ext uri="{FF2B5EF4-FFF2-40B4-BE49-F238E27FC236}">
                      <a16:creationId xmlns:a16="http://schemas.microsoft.com/office/drawing/2014/main" id="{0B97A954-BF9E-8FA4-E672-D6FFA5806325}"/>
                    </a:ext>
                  </a:extLst>
                </p:cNvPr>
                <p:cNvCxnSpPr>
                  <a:cxnSpLocks/>
                  <a:stCxn id="128" idx="7"/>
                  <a:endCxn id="129" idx="4"/>
                </p:cNvCxnSpPr>
                <p:nvPr/>
              </p:nvCxnSpPr>
              <p:spPr>
                <a:xfrm flipH="1" flipV="1">
                  <a:off x="3284769" y="1324189"/>
                  <a:ext cx="23469" cy="28967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Connecteur droit 144">
                  <a:extLst>
                    <a:ext uri="{FF2B5EF4-FFF2-40B4-BE49-F238E27FC236}">
                      <a16:creationId xmlns:a16="http://schemas.microsoft.com/office/drawing/2014/main" id="{06B9B670-8381-6A05-44FE-566C3A1D9F07}"/>
                    </a:ext>
                  </a:extLst>
                </p:cNvPr>
                <p:cNvCxnSpPr>
                  <a:cxnSpLocks/>
                  <a:stCxn id="130" idx="4"/>
                  <a:endCxn id="127" idx="0"/>
                </p:cNvCxnSpPr>
                <p:nvPr/>
              </p:nvCxnSpPr>
              <p:spPr>
                <a:xfrm flipH="1">
                  <a:off x="3048432" y="1377768"/>
                  <a:ext cx="21435" cy="13930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Connecteur droit 145">
                  <a:extLst>
                    <a:ext uri="{FF2B5EF4-FFF2-40B4-BE49-F238E27FC236}">
                      <a16:creationId xmlns:a16="http://schemas.microsoft.com/office/drawing/2014/main" id="{4553D7D2-84EE-D5AD-E707-5C40BA8FC7B9}"/>
                    </a:ext>
                  </a:extLst>
                </p:cNvPr>
                <p:cNvCxnSpPr>
                  <a:cxnSpLocks/>
                  <a:stCxn id="128" idx="0"/>
                  <a:endCxn id="126" idx="5"/>
                </p:cNvCxnSpPr>
                <p:nvPr/>
              </p:nvCxnSpPr>
              <p:spPr>
                <a:xfrm flipH="1" flipV="1">
                  <a:off x="3212568" y="1537534"/>
                  <a:ext cx="59678" cy="606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e 7">
                <a:extLst>
                  <a:ext uri="{FF2B5EF4-FFF2-40B4-BE49-F238E27FC236}">
                    <a16:creationId xmlns:a16="http://schemas.microsoft.com/office/drawing/2014/main" id="{13E58135-4A80-9F2F-9FC1-B19B3C1B66C6}"/>
                  </a:ext>
                </a:extLst>
              </p:cNvPr>
              <p:cNvGrpSpPr/>
              <p:nvPr/>
            </p:nvGrpSpPr>
            <p:grpSpPr>
              <a:xfrm>
                <a:off x="2299399" y="945628"/>
                <a:ext cx="485455" cy="1269113"/>
                <a:chOff x="2426959" y="909086"/>
                <a:chExt cx="485455" cy="1269113"/>
              </a:xfrm>
            </p:grpSpPr>
            <p:sp>
              <p:nvSpPr>
                <p:cNvPr id="113" name="Parallélogramme 112">
                  <a:extLst>
                    <a:ext uri="{FF2B5EF4-FFF2-40B4-BE49-F238E27FC236}">
                      <a16:creationId xmlns:a16="http://schemas.microsoft.com/office/drawing/2014/main" id="{C4A4D91A-2DB6-56B6-44BB-8187F8F1372D}"/>
                    </a:ext>
                  </a:extLst>
                </p:cNvPr>
                <p:cNvSpPr/>
                <p:nvPr/>
              </p:nvSpPr>
              <p:spPr>
                <a:xfrm rot="16200000">
                  <a:off x="2153678" y="1182367"/>
                  <a:ext cx="1032018" cy="485455"/>
                </a:xfrm>
                <a:prstGeom prst="parallelogram">
                  <a:avLst>
                    <a:gd name="adj" fmla="val 50199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16" name="ZoneTexte 115">
                  <a:extLst>
                    <a:ext uri="{FF2B5EF4-FFF2-40B4-BE49-F238E27FC236}">
                      <a16:creationId xmlns:a16="http://schemas.microsoft.com/office/drawing/2014/main" id="{0EB093B3-9119-1184-2D9B-B529D1C4EC24}"/>
                    </a:ext>
                  </a:extLst>
                </p:cNvPr>
                <p:cNvSpPr txBox="1"/>
                <p:nvPr/>
              </p:nvSpPr>
              <p:spPr>
                <a:xfrm>
                  <a:off x="2574016" y="1931978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1000" i="1" dirty="0"/>
                    <a:t>t</a:t>
                  </a:r>
                  <a:r>
                    <a:rPr lang="fr-FR" sz="1000" i="1" baseline="-25000" dirty="0"/>
                    <a:t>1</a:t>
                  </a:r>
                </a:p>
              </p:txBody>
            </p:sp>
            <p:sp>
              <p:nvSpPr>
                <p:cNvPr id="119" name="Ellipse 118">
                  <a:extLst>
                    <a:ext uri="{FF2B5EF4-FFF2-40B4-BE49-F238E27FC236}">
                      <a16:creationId xmlns:a16="http://schemas.microsoft.com/office/drawing/2014/main" id="{3AEA2132-F69C-244C-B47D-5BA733E7E0BF}"/>
                    </a:ext>
                  </a:extLst>
                </p:cNvPr>
                <p:cNvSpPr/>
                <p:nvPr/>
              </p:nvSpPr>
              <p:spPr>
                <a:xfrm>
                  <a:off x="2542435" y="1093804"/>
                  <a:ext cx="101798" cy="107156"/>
                </a:xfrm>
                <a:prstGeom prst="ellipse">
                  <a:avLst/>
                </a:prstGeom>
                <a:solidFill>
                  <a:schemeClr val="accent2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20" name="Ellipse 119">
                  <a:extLst>
                    <a:ext uri="{FF2B5EF4-FFF2-40B4-BE49-F238E27FC236}">
                      <a16:creationId xmlns:a16="http://schemas.microsoft.com/office/drawing/2014/main" id="{7523F53F-7E31-827E-19F9-BA53AB2ABFB5}"/>
                    </a:ext>
                  </a:extLst>
                </p:cNvPr>
                <p:cNvSpPr/>
                <p:nvPr/>
              </p:nvSpPr>
              <p:spPr>
                <a:xfrm>
                  <a:off x="2618788" y="1446070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21" name="Ellipse 120">
                  <a:extLst>
                    <a:ext uri="{FF2B5EF4-FFF2-40B4-BE49-F238E27FC236}">
                      <a16:creationId xmlns:a16="http://schemas.microsoft.com/office/drawing/2014/main" id="{17228E51-FD5A-5E37-7371-20908ACCFC30}"/>
                    </a:ext>
                  </a:extLst>
                </p:cNvPr>
                <p:cNvSpPr/>
                <p:nvPr/>
              </p:nvSpPr>
              <p:spPr>
                <a:xfrm>
                  <a:off x="2490643" y="1517071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22" name="Ellipse 121">
                  <a:extLst>
                    <a:ext uri="{FF2B5EF4-FFF2-40B4-BE49-F238E27FC236}">
                      <a16:creationId xmlns:a16="http://schemas.microsoft.com/office/drawing/2014/main" id="{45DD7BE6-B0EB-6D7F-BDC8-ABB3B29A8509}"/>
                    </a:ext>
                  </a:extLst>
                </p:cNvPr>
                <p:cNvSpPr/>
                <p:nvPr/>
              </p:nvSpPr>
              <p:spPr>
                <a:xfrm>
                  <a:off x="2714456" y="1598169"/>
                  <a:ext cx="101798" cy="107156"/>
                </a:xfrm>
                <a:prstGeom prst="ellipse">
                  <a:avLst/>
                </a:prstGeom>
                <a:solidFill>
                  <a:schemeClr val="accent2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23" name="Ellipse 122">
                  <a:extLst>
                    <a:ext uri="{FF2B5EF4-FFF2-40B4-BE49-F238E27FC236}">
                      <a16:creationId xmlns:a16="http://schemas.microsoft.com/office/drawing/2014/main" id="{1EA9EAAC-9227-DB64-A510-03D58A88561C}"/>
                    </a:ext>
                  </a:extLst>
                </p:cNvPr>
                <p:cNvSpPr/>
                <p:nvPr/>
              </p:nvSpPr>
              <p:spPr>
                <a:xfrm>
                  <a:off x="2726978" y="1217033"/>
                  <a:ext cx="101798" cy="107156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sp>
              <p:nvSpPr>
                <p:cNvPr id="124" name="Ellipse 123">
                  <a:extLst>
                    <a:ext uri="{FF2B5EF4-FFF2-40B4-BE49-F238E27FC236}">
                      <a16:creationId xmlns:a16="http://schemas.microsoft.com/office/drawing/2014/main" id="{E7E641FA-ABB4-775E-237B-2F396D4A37E2}"/>
                    </a:ext>
                  </a:extLst>
                </p:cNvPr>
                <p:cNvSpPr/>
                <p:nvPr/>
              </p:nvSpPr>
              <p:spPr>
                <a:xfrm>
                  <a:off x="2512078" y="1270612"/>
                  <a:ext cx="101798" cy="107156"/>
                </a:xfrm>
                <a:prstGeom prst="ellipse">
                  <a:avLst/>
                </a:prstGeom>
                <a:solidFill>
                  <a:schemeClr val="accent5"/>
                </a:solidFill>
                <a:ln w="6350"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013"/>
                </a:p>
              </p:txBody>
            </p:sp>
            <p:cxnSp>
              <p:nvCxnSpPr>
                <p:cNvPr id="137" name="Connecteur droit 136">
                  <a:extLst>
                    <a:ext uri="{FF2B5EF4-FFF2-40B4-BE49-F238E27FC236}">
                      <a16:creationId xmlns:a16="http://schemas.microsoft.com/office/drawing/2014/main" id="{C5B615CF-B744-970C-B6DF-081BB193EA26}"/>
                    </a:ext>
                  </a:extLst>
                </p:cNvPr>
                <p:cNvCxnSpPr>
                  <a:cxnSpLocks/>
                  <a:stCxn id="119" idx="6"/>
                  <a:endCxn id="123" idx="1"/>
                </p:cNvCxnSpPr>
                <p:nvPr/>
              </p:nvCxnSpPr>
              <p:spPr>
                <a:xfrm>
                  <a:off x="2644232" y="1147383"/>
                  <a:ext cx="97653" cy="8534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Connecteur droit 137">
                  <a:extLst>
                    <a:ext uri="{FF2B5EF4-FFF2-40B4-BE49-F238E27FC236}">
                      <a16:creationId xmlns:a16="http://schemas.microsoft.com/office/drawing/2014/main" id="{F5E906E1-E443-E594-4324-FF18A372CCE5}"/>
                    </a:ext>
                  </a:extLst>
                </p:cNvPr>
                <p:cNvCxnSpPr>
                  <a:cxnSpLocks/>
                  <a:stCxn id="120" idx="7"/>
                  <a:endCxn id="123" idx="3"/>
                </p:cNvCxnSpPr>
                <p:nvPr/>
              </p:nvCxnSpPr>
              <p:spPr>
                <a:xfrm flipV="1">
                  <a:off x="2705678" y="1308498"/>
                  <a:ext cx="36209" cy="15326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Connecteur droit 140">
                  <a:extLst>
                    <a:ext uri="{FF2B5EF4-FFF2-40B4-BE49-F238E27FC236}">
                      <a16:creationId xmlns:a16="http://schemas.microsoft.com/office/drawing/2014/main" id="{2F1FE39A-75B8-DF85-46CA-F541F5AC1CFD}"/>
                    </a:ext>
                  </a:extLst>
                </p:cNvPr>
                <p:cNvCxnSpPr>
                  <a:cxnSpLocks/>
                  <a:stCxn id="122" idx="2"/>
                  <a:endCxn id="121" idx="5"/>
                </p:cNvCxnSpPr>
                <p:nvPr/>
              </p:nvCxnSpPr>
              <p:spPr>
                <a:xfrm flipH="1" flipV="1">
                  <a:off x="2577534" y="1608535"/>
                  <a:ext cx="136923" cy="4321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E7EF039A-2568-72ED-6E10-717E8771CD36}"/>
              </a:ext>
            </a:extLst>
          </p:cNvPr>
          <p:cNvSpPr txBox="1"/>
          <p:nvPr/>
        </p:nvSpPr>
        <p:spPr>
          <a:xfrm>
            <a:off x="5739163" y="1425476"/>
            <a:ext cx="1913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i="1" dirty="0" err="1"/>
              <a:t>T</a:t>
            </a:r>
            <a:endParaRPr lang="fr-FR" sz="1000" i="1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A45FEE91-B120-C23A-CC36-135345925C90}"/>
              </a:ext>
            </a:extLst>
          </p:cNvPr>
          <p:cNvSpPr/>
          <p:nvPr/>
        </p:nvSpPr>
        <p:spPr>
          <a:xfrm>
            <a:off x="72934" y="5868358"/>
            <a:ext cx="1913142" cy="2003886"/>
          </a:xfrm>
          <a:prstGeom prst="roundRect">
            <a:avLst>
              <a:gd name="adj" fmla="val 6962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2D60EEE-00D8-E371-8C94-EB5F4562BDC3}"/>
              </a:ext>
            </a:extLst>
          </p:cNvPr>
          <p:cNvSpPr txBox="1"/>
          <p:nvPr/>
        </p:nvSpPr>
        <p:spPr>
          <a:xfrm>
            <a:off x="127662" y="5888022"/>
            <a:ext cx="18036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 b="1" dirty="0"/>
              <a:t>INTERVENTION SCENARIOS</a:t>
            </a:r>
          </a:p>
        </p:txBody>
      </p:sp>
      <p:cxnSp>
        <p:nvCxnSpPr>
          <p:cNvPr id="179" name="Connecteur droit avec flèche 178">
            <a:extLst>
              <a:ext uri="{FF2B5EF4-FFF2-40B4-BE49-F238E27FC236}">
                <a16:creationId xmlns:a16="http://schemas.microsoft.com/office/drawing/2014/main" id="{DEAF7D03-A86D-A3A0-8DF5-7124279ED259}"/>
              </a:ext>
            </a:extLst>
          </p:cNvPr>
          <p:cNvCxnSpPr>
            <a:cxnSpLocks/>
            <a:stCxn id="215" idx="3"/>
            <a:endCxn id="217" idx="1"/>
          </p:cNvCxnSpPr>
          <p:nvPr/>
        </p:nvCxnSpPr>
        <p:spPr>
          <a:xfrm flipV="1">
            <a:off x="4536281" y="870755"/>
            <a:ext cx="376179" cy="5224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1" name="Groupe 230">
            <a:extLst>
              <a:ext uri="{FF2B5EF4-FFF2-40B4-BE49-F238E27FC236}">
                <a16:creationId xmlns:a16="http://schemas.microsoft.com/office/drawing/2014/main" id="{A8B1C343-EF76-52F2-BF36-A7E888B5AAE5}"/>
              </a:ext>
            </a:extLst>
          </p:cNvPr>
          <p:cNvGrpSpPr/>
          <p:nvPr/>
        </p:nvGrpSpPr>
        <p:grpSpPr>
          <a:xfrm>
            <a:off x="4928040" y="318752"/>
            <a:ext cx="1837319" cy="1124769"/>
            <a:chOff x="4837275" y="424406"/>
            <a:chExt cx="3643355" cy="2230388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8D5AF484-0759-75B2-6BF2-DB80EC9A1FC9}"/>
                </a:ext>
              </a:extLst>
            </p:cNvPr>
            <p:cNvSpPr/>
            <p:nvPr/>
          </p:nvSpPr>
          <p:spPr>
            <a:xfrm>
              <a:off x="4968649" y="1294195"/>
              <a:ext cx="3363446" cy="48888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DA99441E-A030-DB27-787F-C0EB259253FB}"/>
                </a:ext>
              </a:extLst>
            </p:cNvPr>
            <p:cNvSpPr/>
            <p:nvPr/>
          </p:nvSpPr>
          <p:spPr>
            <a:xfrm>
              <a:off x="4968628" y="514042"/>
              <a:ext cx="1134537" cy="800292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E53D39D0-732F-62B2-7247-EE4694F3C08D}"/>
                </a:ext>
              </a:extLst>
            </p:cNvPr>
            <p:cNvSpPr/>
            <p:nvPr/>
          </p:nvSpPr>
          <p:spPr>
            <a:xfrm>
              <a:off x="6085424" y="514042"/>
              <a:ext cx="1134537" cy="800292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651888F5-A22B-8D34-9C57-F5797F3A66BC}"/>
                </a:ext>
              </a:extLst>
            </p:cNvPr>
            <p:cNvSpPr/>
            <p:nvPr/>
          </p:nvSpPr>
          <p:spPr>
            <a:xfrm>
              <a:off x="7197558" y="514042"/>
              <a:ext cx="1134537" cy="800292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72F456A1-A8FA-B007-BA69-0E4B3C888D0C}"/>
                </a:ext>
              </a:extLst>
            </p:cNvPr>
            <p:cNvSpPr/>
            <p:nvPr/>
          </p:nvSpPr>
          <p:spPr>
            <a:xfrm>
              <a:off x="4968628" y="1751891"/>
              <a:ext cx="1134537" cy="800292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DCDF130B-1023-FF3F-7F4D-8328E97D5D2A}"/>
                </a:ext>
              </a:extLst>
            </p:cNvPr>
            <p:cNvSpPr/>
            <p:nvPr/>
          </p:nvSpPr>
          <p:spPr>
            <a:xfrm>
              <a:off x="6085424" y="1751891"/>
              <a:ext cx="1134537" cy="800292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2BDE767F-949C-8084-6714-439F32E55AB0}"/>
                </a:ext>
              </a:extLst>
            </p:cNvPr>
            <p:cNvSpPr/>
            <p:nvPr/>
          </p:nvSpPr>
          <p:spPr>
            <a:xfrm>
              <a:off x="7197558" y="1751891"/>
              <a:ext cx="1134537" cy="800292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1" name="ZoneTexte 190">
              <a:extLst>
                <a:ext uri="{FF2B5EF4-FFF2-40B4-BE49-F238E27FC236}">
                  <a16:creationId xmlns:a16="http://schemas.microsoft.com/office/drawing/2014/main" id="{383DC731-0742-57AC-B2CA-6B884A2FC4CB}"/>
                </a:ext>
              </a:extLst>
            </p:cNvPr>
            <p:cNvSpPr txBox="1"/>
            <p:nvPr/>
          </p:nvSpPr>
          <p:spPr>
            <a:xfrm>
              <a:off x="4839450" y="1414199"/>
              <a:ext cx="1262006" cy="427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</a:rPr>
                <a:t>Corridor</a:t>
              </a:r>
            </a:p>
          </p:txBody>
        </p:sp>
        <p:sp>
          <p:nvSpPr>
            <p:cNvPr id="192" name="ZoneTexte 191">
              <a:extLst>
                <a:ext uri="{FF2B5EF4-FFF2-40B4-BE49-F238E27FC236}">
                  <a16:creationId xmlns:a16="http://schemas.microsoft.com/office/drawing/2014/main" id="{A22B3FA6-43D7-90F3-DFCA-D539A6198B9A}"/>
                </a:ext>
              </a:extLst>
            </p:cNvPr>
            <p:cNvSpPr txBox="1"/>
            <p:nvPr/>
          </p:nvSpPr>
          <p:spPr>
            <a:xfrm>
              <a:off x="4854977" y="456431"/>
              <a:ext cx="894272" cy="427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</a:rPr>
                <a:t>Office</a:t>
              </a:r>
            </a:p>
          </p:txBody>
        </p:sp>
        <p:sp>
          <p:nvSpPr>
            <p:cNvPr id="194" name="ZoneTexte 193">
              <a:extLst>
                <a:ext uri="{FF2B5EF4-FFF2-40B4-BE49-F238E27FC236}">
                  <a16:creationId xmlns:a16="http://schemas.microsoft.com/office/drawing/2014/main" id="{1194AB91-8540-0384-8370-EADF6C757067}"/>
                </a:ext>
              </a:extLst>
            </p:cNvPr>
            <p:cNvSpPr txBox="1"/>
            <p:nvPr/>
          </p:nvSpPr>
          <p:spPr>
            <a:xfrm>
              <a:off x="4837275" y="1977959"/>
              <a:ext cx="1151076" cy="671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</a:rPr>
                <a:t>Patient room</a:t>
              </a:r>
            </a:p>
          </p:txBody>
        </p:sp>
        <p:sp>
          <p:nvSpPr>
            <p:cNvPr id="196" name="ZoneTexte 195">
              <a:extLst>
                <a:ext uri="{FF2B5EF4-FFF2-40B4-BE49-F238E27FC236}">
                  <a16:creationId xmlns:a16="http://schemas.microsoft.com/office/drawing/2014/main" id="{325CCA9E-A664-6CB3-87BA-B50BBE5BE526}"/>
                </a:ext>
              </a:extLst>
            </p:cNvPr>
            <p:cNvSpPr txBox="1"/>
            <p:nvPr/>
          </p:nvSpPr>
          <p:spPr>
            <a:xfrm>
              <a:off x="5966549" y="1983450"/>
              <a:ext cx="1157648" cy="671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</a:rPr>
                <a:t>Patient room</a:t>
              </a:r>
            </a:p>
          </p:txBody>
        </p:sp>
        <p:sp>
          <p:nvSpPr>
            <p:cNvPr id="197" name="ZoneTexte 196">
              <a:extLst>
                <a:ext uri="{FF2B5EF4-FFF2-40B4-BE49-F238E27FC236}">
                  <a16:creationId xmlns:a16="http://schemas.microsoft.com/office/drawing/2014/main" id="{FE4C9112-ADA8-56B3-44B4-97B14F2E05A5}"/>
                </a:ext>
              </a:extLst>
            </p:cNvPr>
            <p:cNvSpPr txBox="1"/>
            <p:nvPr/>
          </p:nvSpPr>
          <p:spPr>
            <a:xfrm>
              <a:off x="5942531" y="424406"/>
              <a:ext cx="1213288" cy="671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</a:rPr>
                <a:t>Patient room</a:t>
              </a:r>
            </a:p>
          </p:txBody>
        </p:sp>
        <p:sp>
          <p:nvSpPr>
            <p:cNvPr id="198" name="ZoneTexte 197">
              <a:extLst>
                <a:ext uri="{FF2B5EF4-FFF2-40B4-BE49-F238E27FC236}">
                  <a16:creationId xmlns:a16="http://schemas.microsoft.com/office/drawing/2014/main" id="{6C480D8C-0A21-4FFF-574B-FF5B004FE3C9}"/>
                </a:ext>
              </a:extLst>
            </p:cNvPr>
            <p:cNvSpPr txBox="1"/>
            <p:nvPr/>
          </p:nvSpPr>
          <p:spPr>
            <a:xfrm>
              <a:off x="7070837" y="430343"/>
              <a:ext cx="1173934" cy="671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</a:rPr>
                <a:t>Patient room</a:t>
              </a:r>
            </a:p>
          </p:txBody>
        </p:sp>
        <p:sp>
          <p:nvSpPr>
            <p:cNvPr id="201" name="ZoneTexte 200">
              <a:extLst>
                <a:ext uri="{FF2B5EF4-FFF2-40B4-BE49-F238E27FC236}">
                  <a16:creationId xmlns:a16="http://schemas.microsoft.com/office/drawing/2014/main" id="{943C4AC4-15D4-9060-C0D7-C0F64A8DFB5C}"/>
                </a:ext>
              </a:extLst>
            </p:cNvPr>
            <p:cNvSpPr txBox="1"/>
            <p:nvPr/>
          </p:nvSpPr>
          <p:spPr>
            <a:xfrm>
              <a:off x="7072356" y="1983450"/>
              <a:ext cx="1408274" cy="671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</a:rPr>
                <a:t>Nursing station</a:t>
              </a:r>
            </a:p>
          </p:txBody>
        </p:sp>
        <p:cxnSp>
          <p:nvCxnSpPr>
            <p:cNvPr id="204" name="Connecteur droit 203">
              <a:extLst>
                <a:ext uri="{FF2B5EF4-FFF2-40B4-BE49-F238E27FC236}">
                  <a16:creationId xmlns:a16="http://schemas.microsoft.com/office/drawing/2014/main" id="{1850FB21-F5D1-246A-5710-64EEB8C22E3F}"/>
                </a:ext>
              </a:extLst>
            </p:cNvPr>
            <p:cNvCxnSpPr>
              <a:cxnSpLocks/>
            </p:cNvCxnSpPr>
            <p:nvPr/>
          </p:nvCxnSpPr>
          <p:spPr>
            <a:xfrm>
              <a:off x="5713821" y="1301206"/>
              <a:ext cx="211478" cy="0"/>
            </a:xfrm>
            <a:prstGeom prst="line">
              <a:avLst/>
            </a:prstGeom>
            <a:ln w="381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cteur droit 204">
              <a:extLst>
                <a:ext uri="{FF2B5EF4-FFF2-40B4-BE49-F238E27FC236}">
                  <a16:creationId xmlns:a16="http://schemas.microsoft.com/office/drawing/2014/main" id="{267E5827-DF12-BC8B-A4FA-182015DB29C8}"/>
                </a:ext>
              </a:extLst>
            </p:cNvPr>
            <p:cNvCxnSpPr>
              <a:cxnSpLocks/>
            </p:cNvCxnSpPr>
            <p:nvPr/>
          </p:nvCxnSpPr>
          <p:spPr>
            <a:xfrm>
              <a:off x="5716995" y="1758551"/>
              <a:ext cx="208299" cy="0"/>
            </a:xfrm>
            <a:prstGeom prst="line">
              <a:avLst/>
            </a:prstGeom>
            <a:ln w="381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eur droit 205">
              <a:extLst>
                <a:ext uri="{FF2B5EF4-FFF2-40B4-BE49-F238E27FC236}">
                  <a16:creationId xmlns:a16="http://schemas.microsoft.com/office/drawing/2014/main" id="{400EB8F6-DB2A-62CC-25ED-6ABDC1936D93}"/>
                </a:ext>
              </a:extLst>
            </p:cNvPr>
            <p:cNvCxnSpPr>
              <a:cxnSpLocks/>
            </p:cNvCxnSpPr>
            <p:nvPr/>
          </p:nvCxnSpPr>
          <p:spPr>
            <a:xfrm>
              <a:off x="6554649" y="1759725"/>
              <a:ext cx="211478" cy="0"/>
            </a:xfrm>
            <a:prstGeom prst="line">
              <a:avLst/>
            </a:prstGeom>
            <a:ln w="381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cteur droit 206">
              <a:extLst>
                <a:ext uri="{FF2B5EF4-FFF2-40B4-BE49-F238E27FC236}">
                  <a16:creationId xmlns:a16="http://schemas.microsoft.com/office/drawing/2014/main" id="{87674B32-7BA4-92C0-ECCB-421B603C47E0}"/>
                </a:ext>
              </a:extLst>
            </p:cNvPr>
            <p:cNvCxnSpPr>
              <a:cxnSpLocks/>
            </p:cNvCxnSpPr>
            <p:nvPr/>
          </p:nvCxnSpPr>
          <p:spPr>
            <a:xfrm>
              <a:off x="6554649" y="1304381"/>
              <a:ext cx="211478" cy="0"/>
            </a:xfrm>
            <a:prstGeom prst="line">
              <a:avLst/>
            </a:prstGeom>
            <a:ln w="381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cteur droit 207">
              <a:extLst>
                <a:ext uri="{FF2B5EF4-FFF2-40B4-BE49-F238E27FC236}">
                  <a16:creationId xmlns:a16="http://schemas.microsoft.com/office/drawing/2014/main" id="{1CC630D9-AA09-A7D9-9D2D-B9499F2BB8FB}"/>
                </a:ext>
              </a:extLst>
            </p:cNvPr>
            <p:cNvCxnSpPr>
              <a:cxnSpLocks/>
            </p:cNvCxnSpPr>
            <p:nvPr/>
          </p:nvCxnSpPr>
          <p:spPr>
            <a:xfrm>
              <a:off x="7658120" y="1759725"/>
              <a:ext cx="211478" cy="0"/>
            </a:xfrm>
            <a:prstGeom prst="line">
              <a:avLst/>
            </a:prstGeom>
            <a:ln w="381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eur droit 208">
              <a:extLst>
                <a:ext uri="{FF2B5EF4-FFF2-40B4-BE49-F238E27FC236}">
                  <a16:creationId xmlns:a16="http://schemas.microsoft.com/office/drawing/2014/main" id="{84D5573F-557A-A6D5-810F-6E5E570BC632}"/>
                </a:ext>
              </a:extLst>
            </p:cNvPr>
            <p:cNvCxnSpPr>
              <a:cxnSpLocks/>
            </p:cNvCxnSpPr>
            <p:nvPr/>
          </p:nvCxnSpPr>
          <p:spPr>
            <a:xfrm>
              <a:off x="7658120" y="1301206"/>
              <a:ext cx="211478" cy="0"/>
            </a:xfrm>
            <a:prstGeom prst="line">
              <a:avLst/>
            </a:prstGeom>
            <a:ln w="38100"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2" name="Ellipse 231">
            <a:extLst>
              <a:ext uri="{FF2B5EF4-FFF2-40B4-BE49-F238E27FC236}">
                <a16:creationId xmlns:a16="http://schemas.microsoft.com/office/drawing/2014/main" id="{C279B707-57C3-B3FF-8366-78041DCB5FDF}"/>
              </a:ext>
            </a:extLst>
          </p:cNvPr>
          <p:cNvSpPr/>
          <p:nvPr/>
        </p:nvSpPr>
        <p:spPr>
          <a:xfrm>
            <a:off x="5396141" y="407401"/>
            <a:ext cx="101798" cy="1071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233" name="Ellipse 232">
            <a:extLst>
              <a:ext uri="{FF2B5EF4-FFF2-40B4-BE49-F238E27FC236}">
                <a16:creationId xmlns:a16="http://schemas.microsoft.com/office/drawing/2014/main" id="{73A635E6-88EA-D0AC-FBDA-A2DC8F46FF8C}"/>
              </a:ext>
            </a:extLst>
          </p:cNvPr>
          <p:cNvSpPr/>
          <p:nvPr/>
        </p:nvSpPr>
        <p:spPr>
          <a:xfrm>
            <a:off x="5209029" y="499297"/>
            <a:ext cx="101798" cy="1071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234" name="Ellipse 233">
            <a:extLst>
              <a:ext uri="{FF2B5EF4-FFF2-40B4-BE49-F238E27FC236}">
                <a16:creationId xmlns:a16="http://schemas.microsoft.com/office/drawing/2014/main" id="{1BD6BF0D-B7D5-7D66-75C0-7653FC676AE0}"/>
              </a:ext>
            </a:extLst>
          </p:cNvPr>
          <p:cNvSpPr/>
          <p:nvPr/>
        </p:nvSpPr>
        <p:spPr>
          <a:xfrm>
            <a:off x="5144257" y="638321"/>
            <a:ext cx="101798" cy="1071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235" name="Ellipse 234">
            <a:extLst>
              <a:ext uri="{FF2B5EF4-FFF2-40B4-BE49-F238E27FC236}">
                <a16:creationId xmlns:a16="http://schemas.microsoft.com/office/drawing/2014/main" id="{3C2404B2-5319-519C-5BBE-283099990FBE}"/>
              </a:ext>
            </a:extLst>
          </p:cNvPr>
          <p:cNvSpPr/>
          <p:nvPr/>
        </p:nvSpPr>
        <p:spPr>
          <a:xfrm>
            <a:off x="5039111" y="514557"/>
            <a:ext cx="101798" cy="107156"/>
          </a:xfrm>
          <a:prstGeom prst="ellipse">
            <a:avLst/>
          </a:prstGeom>
          <a:solidFill>
            <a:schemeClr val="accent5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236" name="Ellipse 235">
            <a:extLst>
              <a:ext uri="{FF2B5EF4-FFF2-40B4-BE49-F238E27FC236}">
                <a16:creationId xmlns:a16="http://schemas.microsoft.com/office/drawing/2014/main" id="{6DAFF737-E780-1DB8-84B6-573298D38F59}"/>
              </a:ext>
            </a:extLst>
          </p:cNvPr>
          <p:cNvSpPr/>
          <p:nvPr/>
        </p:nvSpPr>
        <p:spPr>
          <a:xfrm>
            <a:off x="5348055" y="1200867"/>
            <a:ext cx="101798" cy="107156"/>
          </a:xfrm>
          <a:prstGeom prst="ellipse">
            <a:avLst/>
          </a:prstGeom>
          <a:solidFill>
            <a:schemeClr val="accent2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237" name="Ellipse 236">
            <a:extLst>
              <a:ext uri="{FF2B5EF4-FFF2-40B4-BE49-F238E27FC236}">
                <a16:creationId xmlns:a16="http://schemas.microsoft.com/office/drawing/2014/main" id="{0FD285A7-5C02-1C24-FDF3-7F03C60E8DC7}"/>
              </a:ext>
            </a:extLst>
          </p:cNvPr>
          <p:cNvSpPr/>
          <p:nvPr/>
        </p:nvSpPr>
        <p:spPr>
          <a:xfrm>
            <a:off x="5923090" y="521660"/>
            <a:ext cx="101798" cy="107156"/>
          </a:xfrm>
          <a:prstGeom prst="ellipse">
            <a:avLst/>
          </a:prstGeom>
          <a:solidFill>
            <a:schemeClr val="accent2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cxnSp>
        <p:nvCxnSpPr>
          <p:cNvPr id="238" name="Connecteur droit 237">
            <a:extLst>
              <a:ext uri="{FF2B5EF4-FFF2-40B4-BE49-F238E27FC236}">
                <a16:creationId xmlns:a16="http://schemas.microsoft.com/office/drawing/2014/main" id="{8F2EF4B6-353E-0427-1232-69ECC791BAEF}"/>
              </a:ext>
            </a:extLst>
          </p:cNvPr>
          <p:cNvCxnSpPr>
            <a:cxnSpLocks/>
            <a:stCxn id="234" idx="2"/>
            <a:endCxn id="235" idx="4"/>
          </p:cNvCxnSpPr>
          <p:nvPr/>
        </p:nvCxnSpPr>
        <p:spPr>
          <a:xfrm flipH="1" flipV="1">
            <a:off x="5090009" y="621724"/>
            <a:ext cx="54248" cy="701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eur droit 240">
            <a:extLst>
              <a:ext uri="{FF2B5EF4-FFF2-40B4-BE49-F238E27FC236}">
                <a16:creationId xmlns:a16="http://schemas.microsoft.com/office/drawing/2014/main" id="{C22248DF-A76F-69EA-CF6E-3C07B89FA694}"/>
              </a:ext>
            </a:extLst>
          </p:cNvPr>
          <p:cNvCxnSpPr>
            <a:cxnSpLocks/>
            <a:stCxn id="234" idx="7"/>
            <a:endCxn id="233" idx="4"/>
          </p:cNvCxnSpPr>
          <p:nvPr/>
        </p:nvCxnSpPr>
        <p:spPr>
          <a:xfrm flipV="1">
            <a:off x="5231147" y="606464"/>
            <a:ext cx="28780" cy="4756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>
            <a:extLst>
              <a:ext uri="{FF2B5EF4-FFF2-40B4-BE49-F238E27FC236}">
                <a16:creationId xmlns:a16="http://schemas.microsoft.com/office/drawing/2014/main" id="{BA453FF0-CD81-36E2-95EC-4E9ECB37996B}"/>
              </a:ext>
            </a:extLst>
          </p:cNvPr>
          <p:cNvCxnSpPr>
            <a:cxnSpLocks/>
            <a:stCxn id="233" idx="1"/>
            <a:endCxn id="235" idx="7"/>
          </p:cNvCxnSpPr>
          <p:nvPr/>
        </p:nvCxnSpPr>
        <p:spPr>
          <a:xfrm flipH="1">
            <a:off x="5126001" y="515002"/>
            <a:ext cx="97936" cy="152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eur droit 246">
            <a:extLst>
              <a:ext uri="{FF2B5EF4-FFF2-40B4-BE49-F238E27FC236}">
                <a16:creationId xmlns:a16="http://schemas.microsoft.com/office/drawing/2014/main" id="{48ECEA47-1436-D4C2-244D-5942E36585AD}"/>
              </a:ext>
            </a:extLst>
          </p:cNvPr>
          <p:cNvCxnSpPr>
            <a:cxnSpLocks/>
            <a:stCxn id="232" idx="3"/>
            <a:endCxn id="233" idx="6"/>
          </p:cNvCxnSpPr>
          <p:nvPr/>
        </p:nvCxnSpPr>
        <p:spPr>
          <a:xfrm flipH="1">
            <a:off x="5310838" y="498863"/>
            <a:ext cx="100223" cy="540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cteur en angle 1">
            <a:extLst>
              <a:ext uri="{FF2B5EF4-FFF2-40B4-BE49-F238E27FC236}">
                <a16:creationId xmlns:a16="http://schemas.microsoft.com/office/drawing/2014/main" id="{DC0877CF-FF74-4058-64E6-26656F8962B1}"/>
              </a:ext>
            </a:extLst>
          </p:cNvPr>
          <p:cNvCxnSpPr>
            <a:cxnSpLocks/>
            <a:stCxn id="217" idx="2"/>
            <a:endCxn id="79" idx="0"/>
          </p:cNvCxnSpPr>
          <p:nvPr/>
        </p:nvCxnSpPr>
        <p:spPr>
          <a:xfrm rot="5400000">
            <a:off x="5144424" y="1697177"/>
            <a:ext cx="684723" cy="696104"/>
          </a:xfrm>
          <a:prstGeom prst="bentConnector3">
            <a:avLst>
              <a:gd name="adj1" fmla="val 35640"/>
            </a:avLst>
          </a:prstGeom>
          <a:ln w="3810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8963827C-67A2-AF57-3235-F17B6B6528D8}"/>
              </a:ext>
            </a:extLst>
          </p:cNvPr>
          <p:cNvSpPr txBox="1"/>
          <p:nvPr/>
        </p:nvSpPr>
        <p:spPr>
          <a:xfrm>
            <a:off x="474505" y="2270525"/>
            <a:ext cx="7729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 err="1"/>
              <a:t>Literature</a:t>
            </a:r>
            <a:endParaRPr lang="fr-FR" sz="1100" dirty="0"/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E662FC80-C67B-2440-37A3-42D7A125A32F}"/>
              </a:ext>
            </a:extLst>
          </p:cNvPr>
          <p:cNvSpPr txBox="1"/>
          <p:nvPr/>
        </p:nvSpPr>
        <p:spPr>
          <a:xfrm>
            <a:off x="416797" y="3517016"/>
            <a:ext cx="8883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100" dirty="0" err="1"/>
              <a:t>Grid</a:t>
            </a:r>
            <a:r>
              <a:rPr lang="fr-FR" sz="1100" dirty="0"/>
              <a:t> </a:t>
            </a:r>
            <a:r>
              <a:rPr lang="fr-FR" sz="1100" dirty="0" err="1"/>
              <a:t>search</a:t>
            </a:r>
            <a:endParaRPr lang="fr-FR" sz="1100" dirty="0"/>
          </a:p>
        </p:txBody>
      </p:sp>
      <p:pic>
        <p:nvPicPr>
          <p:cNvPr id="96" name="Graphique 95" descr="Tableau contour">
            <a:extLst>
              <a:ext uri="{FF2B5EF4-FFF2-40B4-BE49-F238E27FC236}">
                <a16:creationId xmlns:a16="http://schemas.microsoft.com/office/drawing/2014/main" id="{C08AF618-D030-0C75-4289-F7AE2276E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100" y="3104502"/>
            <a:ext cx="529779" cy="529779"/>
          </a:xfrm>
          <a:prstGeom prst="rect">
            <a:avLst/>
          </a:prstGeom>
        </p:spPr>
      </p:pic>
      <p:grpSp>
        <p:nvGrpSpPr>
          <p:cNvPr id="176" name="Groupe 175">
            <a:extLst>
              <a:ext uri="{FF2B5EF4-FFF2-40B4-BE49-F238E27FC236}">
                <a16:creationId xmlns:a16="http://schemas.microsoft.com/office/drawing/2014/main" id="{F0BFBBC5-A70B-83AD-39AE-3D4DA81F2F28}"/>
              </a:ext>
            </a:extLst>
          </p:cNvPr>
          <p:cNvGrpSpPr/>
          <p:nvPr/>
        </p:nvGrpSpPr>
        <p:grpSpPr>
          <a:xfrm>
            <a:off x="639462" y="3213766"/>
            <a:ext cx="443052" cy="302232"/>
            <a:chOff x="227635" y="4741765"/>
            <a:chExt cx="496759" cy="338869"/>
          </a:xfrm>
          <a:solidFill>
            <a:schemeClr val="tx1"/>
          </a:solidFill>
        </p:grpSpPr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52E78821-6438-D543-F9E9-3C59F912038F}"/>
                </a:ext>
              </a:extLst>
            </p:cNvPr>
            <p:cNvSpPr/>
            <p:nvPr/>
          </p:nvSpPr>
          <p:spPr>
            <a:xfrm>
              <a:off x="227635" y="4741765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9" name="Ellipse 138">
              <a:extLst>
                <a:ext uri="{FF2B5EF4-FFF2-40B4-BE49-F238E27FC236}">
                  <a16:creationId xmlns:a16="http://schemas.microsoft.com/office/drawing/2014/main" id="{B628A16D-CC90-CC94-6812-C1545FA29439}"/>
                </a:ext>
              </a:extLst>
            </p:cNvPr>
            <p:cNvSpPr/>
            <p:nvPr/>
          </p:nvSpPr>
          <p:spPr>
            <a:xfrm>
              <a:off x="383594" y="4741765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0" name="Ellipse 139">
              <a:extLst>
                <a:ext uri="{FF2B5EF4-FFF2-40B4-BE49-F238E27FC236}">
                  <a16:creationId xmlns:a16="http://schemas.microsoft.com/office/drawing/2014/main" id="{DC46EFA8-F166-0C30-6AC4-4B974812C925}"/>
                </a:ext>
              </a:extLst>
            </p:cNvPr>
            <p:cNvSpPr/>
            <p:nvPr/>
          </p:nvSpPr>
          <p:spPr>
            <a:xfrm>
              <a:off x="532435" y="4741765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2" name="Ellipse 141">
              <a:extLst>
                <a:ext uri="{FF2B5EF4-FFF2-40B4-BE49-F238E27FC236}">
                  <a16:creationId xmlns:a16="http://schemas.microsoft.com/office/drawing/2014/main" id="{FBA73F86-3289-8B67-A878-72FDFC61A63D}"/>
                </a:ext>
              </a:extLst>
            </p:cNvPr>
            <p:cNvSpPr/>
            <p:nvPr/>
          </p:nvSpPr>
          <p:spPr>
            <a:xfrm>
              <a:off x="686463" y="4741765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3" name="Ellipse 152">
              <a:extLst>
                <a:ext uri="{FF2B5EF4-FFF2-40B4-BE49-F238E27FC236}">
                  <a16:creationId xmlns:a16="http://schemas.microsoft.com/office/drawing/2014/main" id="{4383E11D-F3DF-91D9-3088-B2B3F6EF4435}"/>
                </a:ext>
              </a:extLst>
            </p:cNvPr>
            <p:cNvSpPr/>
            <p:nvPr/>
          </p:nvSpPr>
          <p:spPr>
            <a:xfrm>
              <a:off x="229566" y="4847869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4" name="Ellipse 153">
              <a:extLst>
                <a:ext uri="{FF2B5EF4-FFF2-40B4-BE49-F238E27FC236}">
                  <a16:creationId xmlns:a16="http://schemas.microsoft.com/office/drawing/2014/main" id="{56DBA3F2-1C87-52EB-FAF9-8D51E7F44EB4}"/>
                </a:ext>
              </a:extLst>
            </p:cNvPr>
            <p:cNvSpPr/>
            <p:nvPr/>
          </p:nvSpPr>
          <p:spPr>
            <a:xfrm>
              <a:off x="385526" y="4847870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F7594BEA-5384-17C4-6A7D-810BF0965284}"/>
                </a:ext>
              </a:extLst>
            </p:cNvPr>
            <p:cNvSpPr/>
            <p:nvPr/>
          </p:nvSpPr>
          <p:spPr>
            <a:xfrm>
              <a:off x="534366" y="4847869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7" name="Ellipse 156">
              <a:extLst>
                <a:ext uri="{FF2B5EF4-FFF2-40B4-BE49-F238E27FC236}">
                  <a16:creationId xmlns:a16="http://schemas.microsoft.com/office/drawing/2014/main" id="{D417D362-677B-8A5B-3A5C-6B7781AEE793}"/>
                </a:ext>
              </a:extLst>
            </p:cNvPr>
            <p:cNvSpPr/>
            <p:nvPr/>
          </p:nvSpPr>
          <p:spPr>
            <a:xfrm>
              <a:off x="688394" y="4847870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8" name="Ellipse 157">
              <a:extLst>
                <a:ext uri="{FF2B5EF4-FFF2-40B4-BE49-F238E27FC236}">
                  <a16:creationId xmlns:a16="http://schemas.microsoft.com/office/drawing/2014/main" id="{97BC4E2A-E1B8-6555-6ADE-84EF8F23C8CE}"/>
                </a:ext>
              </a:extLst>
            </p:cNvPr>
            <p:cNvSpPr/>
            <p:nvPr/>
          </p:nvSpPr>
          <p:spPr>
            <a:xfrm>
              <a:off x="229565" y="4944319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9" name="Ellipse 158">
              <a:extLst>
                <a:ext uri="{FF2B5EF4-FFF2-40B4-BE49-F238E27FC236}">
                  <a16:creationId xmlns:a16="http://schemas.microsoft.com/office/drawing/2014/main" id="{BD1B0190-3099-58C4-2C7A-793DF2C97E93}"/>
                </a:ext>
              </a:extLst>
            </p:cNvPr>
            <p:cNvSpPr/>
            <p:nvPr/>
          </p:nvSpPr>
          <p:spPr>
            <a:xfrm>
              <a:off x="385525" y="4944319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0" name="Ellipse 159">
              <a:extLst>
                <a:ext uri="{FF2B5EF4-FFF2-40B4-BE49-F238E27FC236}">
                  <a16:creationId xmlns:a16="http://schemas.microsoft.com/office/drawing/2014/main" id="{604B3396-D7F0-976F-7090-9E9AA3A4E80A}"/>
                </a:ext>
              </a:extLst>
            </p:cNvPr>
            <p:cNvSpPr/>
            <p:nvPr/>
          </p:nvSpPr>
          <p:spPr>
            <a:xfrm>
              <a:off x="534365" y="4944319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1" name="Ellipse 160">
              <a:extLst>
                <a:ext uri="{FF2B5EF4-FFF2-40B4-BE49-F238E27FC236}">
                  <a16:creationId xmlns:a16="http://schemas.microsoft.com/office/drawing/2014/main" id="{0169EB0E-0046-D193-DA35-09AE24983332}"/>
                </a:ext>
              </a:extLst>
            </p:cNvPr>
            <p:cNvSpPr/>
            <p:nvPr/>
          </p:nvSpPr>
          <p:spPr>
            <a:xfrm>
              <a:off x="688393" y="4944319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8" name="Ellipse 167">
              <a:extLst>
                <a:ext uri="{FF2B5EF4-FFF2-40B4-BE49-F238E27FC236}">
                  <a16:creationId xmlns:a16="http://schemas.microsoft.com/office/drawing/2014/main" id="{6704881A-5B39-FA2E-3296-E3E2702DABC8}"/>
                </a:ext>
              </a:extLst>
            </p:cNvPr>
            <p:cNvSpPr/>
            <p:nvPr/>
          </p:nvSpPr>
          <p:spPr>
            <a:xfrm>
              <a:off x="229565" y="5044634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69" name="Ellipse 168">
              <a:extLst>
                <a:ext uri="{FF2B5EF4-FFF2-40B4-BE49-F238E27FC236}">
                  <a16:creationId xmlns:a16="http://schemas.microsoft.com/office/drawing/2014/main" id="{15F1F5AD-5F1E-BEF5-124F-E1FA1C656979}"/>
                </a:ext>
              </a:extLst>
            </p:cNvPr>
            <p:cNvSpPr/>
            <p:nvPr/>
          </p:nvSpPr>
          <p:spPr>
            <a:xfrm>
              <a:off x="385525" y="5044634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336FE052-3CAC-C4DC-9246-F9A6CCCFDBFD}"/>
                </a:ext>
              </a:extLst>
            </p:cNvPr>
            <p:cNvSpPr/>
            <p:nvPr/>
          </p:nvSpPr>
          <p:spPr>
            <a:xfrm>
              <a:off x="534365" y="5044634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1" name="Ellipse 170">
              <a:extLst>
                <a:ext uri="{FF2B5EF4-FFF2-40B4-BE49-F238E27FC236}">
                  <a16:creationId xmlns:a16="http://schemas.microsoft.com/office/drawing/2014/main" id="{32358946-6237-87FF-7509-648703FACCF3}"/>
                </a:ext>
              </a:extLst>
            </p:cNvPr>
            <p:cNvSpPr/>
            <p:nvPr/>
          </p:nvSpPr>
          <p:spPr>
            <a:xfrm>
              <a:off x="688393" y="5044634"/>
              <a:ext cx="36000" cy="36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46" name="Groupe 245">
            <a:extLst>
              <a:ext uri="{FF2B5EF4-FFF2-40B4-BE49-F238E27FC236}">
                <a16:creationId xmlns:a16="http://schemas.microsoft.com/office/drawing/2014/main" id="{50629265-E497-B761-9D5C-F7D5633A6ADE}"/>
              </a:ext>
            </a:extLst>
          </p:cNvPr>
          <p:cNvGrpSpPr/>
          <p:nvPr/>
        </p:nvGrpSpPr>
        <p:grpSpPr>
          <a:xfrm>
            <a:off x="168205" y="6147575"/>
            <a:ext cx="1722613" cy="713748"/>
            <a:chOff x="5300594" y="2629704"/>
            <a:chExt cx="1722613" cy="713748"/>
          </a:xfrm>
        </p:grpSpPr>
        <p:sp>
          <p:nvSpPr>
            <p:cNvPr id="251" name="Rectangle : coins arrondis 250">
              <a:extLst>
                <a:ext uri="{FF2B5EF4-FFF2-40B4-BE49-F238E27FC236}">
                  <a16:creationId xmlns:a16="http://schemas.microsoft.com/office/drawing/2014/main" id="{B13DB266-6F5F-E653-9A14-F39457F68F32}"/>
                </a:ext>
              </a:extLst>
            </p:cNvPr>
            <p:cNvSpPr/>
            <p:nvPr/>
          </p:nvSpPr>
          <p:spPr>
            <a:xfrm>
              <a:off x="5300594" y="2629704"/>
              <a:ext cx="1722613" cy="713748"/>
            </a:xfrm>
            <a:prstGeom prst="roundRect">
              <a:avLst>
                <a:gd name="adj" fmla="val 7929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 dirty="0"/>
            </a:p>
          </p:txBody>
        </p:sp>
        <p:sp>
          <p:nvSpPr>
            <p:cNvPr id="253" name="ZoneTexte 252">
              <a:extLst>
                <a:ext uri="{FF2B5EF4-FFF2-40B4-BE49-F238E27FC236}">
                  <a16:creationId xmlns:a16="http://schemas.microsoft.com/office/drawing/2014/main" id="{5CC9B393-615B-BB84-9935-89C004FC8C80}"/>
                </a:ext>
              </a:extLst>
            </p:cNvPr>
            <p:cNvSpPr txBox="1"/>
            <p:nvPr/>
          </p:nvSpPr>
          <p:spPr>
            <a:xfrm>
              <a:off x="5652218" y="2876689"/>
              <a:ext cx="978153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Mask </a:t>
              </a:r>
              <a:r>
                <a:rPr lang="fr-FR" sz="1050" dirty="0" err="1"/>
                <a:t>wearing</a:t>
              </a:r>
              <a:endParaRPr lang="fr-FR" sz="1050" dirty="0"/>
            </a:p>
            <a:p>
              <a:r>
                <a:rPr lang="fr-FR" sz="1050" dirty="0"/>
                <a:t>Hand </a:t>
              </a:r>
              <a:r>
                <a:rPr lang="fr-FR" sz="1050" dirty="0" err="1"/>
                <a:t>hygiene</a:t>
              </a:r>
              <a:endParaRPr lang="fr-FR" sz="1050" dirty="0"/>
            </a:p>
          </p:txBody>
        </p:sp>
        <p:sp>
          <p:nvSpPr>
            <p:cNvPr id="73" name="ZoneTexte 72">
              <a:extLst>
                <a:ext uri="{FF2B5EF4-FFF2-40B4-BE49-F238E27FC236}">
                  <a16:creationId xmlns:a16="http://schemas.microsoft.com/office/drawing/2014/main" id="{812F3DC3-D1B3-3AB6-F6D5-53A76D6D89A6}"/>
                </a:ext>
              </a:extLst>
            </p:cNvPr>
            <p:cNvSpPr txBox="1"/>
            <p:nvPr/>
          </p:nvSpPr>
          <p:spPr>
            <a:xfrm>
              <a:off x="5750570" y="2632037"/>
              <a:ext cx="82266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b="1" dirty="0" err="1">
                  <a:solidFill>
                    <a:schemeClr val="tx2"/>
                  </a:solidFill>
                </a:rPr>
                <a:t>Individual</a:t>
              </a:r>
              <a:endParaRPr lang="fr-FR" sz="10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252" name="Rectangle : coins arrondis 251">
            <a:extLst>
              <a:ext uri="{FF2B5EF4-FFF2-40B4-BE49-F238E27FC236}">
                <a16:creationId xmlns:a16="http://schemas.microsoft.com/office/drawing/2014/main" id="{77E7A67C-EB95-FD26-FB41-3638D501AFDF}"/>
              </a:ext>
            </a:extLst>
          </p:cNvPr>
          <p:cNvSpPr/>
          <p:nvPr/>
        </p:nvSpPr>
        <p:spPr>
          <a:xfrm>
            <a:off x="168205" y="6959912"/>
            <a:ext cx="1722613" cy="841210"/>
          </a:xfrm>
          <a:prstGeom prst="roundRect">
            <a:avLst>
              <a:gd name="adj" fmla="val 7929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 dirty="0"/>
          </a:p>
        </p:txBody>
      </p:sp>
      <p:sp>
        <p:nvSpPr>
          <p:cNvPr id="254" name="ZoneTexte 253">
            <a:extLst>
              <a:ext uri="{FF2B5EF4-FFF2-40B4-BE49-F238E27FC236}">
                <a16:creationId xmlns:a16="http://schemas.microsoft.com/office/drawing/2014/main" id="{32A7547E-CE12-23D9-4A78-347387C4F028}"/>
              </a:ext>
            </a:extLst>
          </p:cNvPr>
          <p:cNvSpPr txBox="1"/>
          <p:nvPr/>
        </p:nvSpPr>
        <p:spPr>
          <a:xfrm>
            <a:off x="519828" y="7182073"/>
            <a:ext cx="1187292" cy="577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Ventilation</a:t>
            </a:r>
          </a:p>
          <a:p>
            <a:r>
              <a:rPr lang="fr-FR" sz="1050" dirty="0"/>
              <a:t>Air filtration</a:t>
            </a:r>
          </a:p>
          <a:p>
            <a:r>
              <a:rPr lang="fr-FR" sz="1050" dirty="0" err="1"/>
              <a:t>Decontamination</a:t>
            </a:r>
            <a:endParaRPr lang="fr-FR" sz="1050" dirty="0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952F052B-A285-A127-3D99-2B2ED58C8EA5}"/>
              </a:ext>
            </a:extLst>
          </p:cNvPr>
          <p:cNvSpPr txBox="1"/>
          <p:nvPr/>
        </p:nvSpPr>
        <p:spPr>
          <a:xfrm>
            <a:off x="610166" y="6968640"/>
            <a:ext cx="8386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>
                <a:solidFill>
                  <a:schemeClr val="tx2"/>
                </a:solidFill>
              </a:rPr>
              <a:t>Collective</a:t>
            </a:r>
            <a:endParaRPr lang="fr-FR" sz="1000" b="1" dirty="0">
              <a:solidFill>
                <a:schemeClr val="tx2"/>
              </a:solidFill>
            </a:endParaRPr>
          </a:p>
        </p:txBody>
      </p:sp>
      <p:sp>
        <p:nvSpPr>
          <p:cNvPr id="228" name="Rectangle : coins arrondis 227">
            <a:extLst>
              <a:ext uri="{FF2B5EF4-FFF2-40B4-BE49-F238E27FC236}">
                <a16:creationId xmlns:a16="http://schemas.microsoft.com/office/drawing/2014/main" id="{1842A088-D738-CFA1-ED35-32FE01B7110C}"/>
              </a:ext>
            </a:extLst>
          </p:cNvPr>
          <p:cNvSpPr/>
          <p:nvPr/>
        </p:nvSpPr>
        <p:spPr>
          <a:xfrm>
            <a:off x="2395746" y="5140815"/>
            <a:ext cx="3125183" cy="2734343"/>
          </a:xfrm>
          <a:prstGeom prst="roundRect">
            <a:avLst>
              <a:gd name="adj" fmla="val 6962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229" name="ZoneTexte 228">
            <a:extLst>
              <a:ext uri="{FF2B5EF4-FFF2-40B4-BE49-F238E27FC236}">
                <a16:creationId xmlns:a16="http://schemas.microsoft.com/office/drawing/2014/main" id="{111AC8EC-1F98-675C-B687-E139F08686DF}"/>
              </a:ext>
            </a:extLst>
          </p:cNvPr>
          <p:cNvSpPr txBox="1"/>
          <p:nvPr/>
        </p:nvSpPr>
        <p:spPr>
          <a:xfrm>
            <a:off x="3454027" y="5155774"/>
            <a:ext cx="1008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 b="1" dirty="0"/>
              <a:t>SIMULATIONS</a:t>
            </a:r>
          </a:p>
        </p:txBody>
      </p:sp>
      <p:sp>
        <p:nvSpPr>
          <p:cNvPr id="266" name="Rectangle : coins arrondis 265">
            <a:extLst>
              <a:ext uri="{FF2B5EF4-FFF2-40B4-BE49-F238E27FC236}">
                <a16:creationId xmlns:a16="http://schemas.microsoft.com/office/drawing/2014/main" id="{198D21E4-44F5-1342-B8CB-75CD37D0118E}"/>
              </a:ext>
            </a:extLst>
          </p:cNvPr>
          <p:cNvSpPr/>
          <p:nvPr/>
        </p:nvSpPr>
        <p:spPr>
          <a:xfrm>
            <a:off x="2519342" y="5379106"/>
            <a:ext cx="2877978" cy="1161894"/>
          </a:xfrm>
          <a:prstGeom prst="roundRect">
            <a:avLst>
              <a:gd name="adj" fmla="val 7929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 dirty="0"/>
          </a:p>
        </p:txBody>
      </p:sp>
      <p:sp>
        <p:nvSpPr>
          <p:cNvPr id="268" name="ZoneTexte 267">
            <a:extLst>
              <a:ext uri="{FF2B5EF4-FFF2-40B4-BE49-F238E27FC236}">
                <a16:creationId xmlns:a16="http://schemas.microsoft.com/office/drawing/2014/main" id="{3C04F15C-5E0C-2155-C152-A8490BFF5E35}"/>
              </a:ext>
            </a:extLst>
          </p:cNvPr>
          <p:cNvSpPr txBox="1"/>
          <p:nvPr/>
        </p:nvSpPr>
        <p:spPr>
          <a:xfrm>
            <a:off x="2675779" y="5379106"/>
            <a:ext cx="256512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fr-FR"/>
            </a:defPPr>
            <a:lvl1pPr algn="ctr">
              <a:defRPr sz="1000"/>
            </a:lvl1pPr>
          </a:lstStyle>
          <a:p>
            <a:r>
              <a:rPr lang="fr-FR" sz="1100" b="1" dirty="0">
                <a:solidFill>
                  <a:schemeClr val="tx2"/>
                </a:solidFill>
              </a:rPr>
              <a:t>Exploration or transmission </a:t>
            </a:r>
            <a:r>
              <a:rPr lang="fr-FR" sz="1100" b="1" dirty="0" err="1">
                <a:solidFill>
                  <a:schemeClr val="tx2"/>
                </a:solidFill>
              </a:rPr>
              <a:t>schemes</a:t>
            </a:r>
            <a:endParaRPr lang="fr-FR" sz="1100" b="1" dirty="0">
              <a:solidFill>
                <a:schemeClr val="tx2"/>
              </a:solidFill>
            </a:endParaRPr>
          </a:p>
        </p:txBody>
      </p: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01258CDD-91AA-70E7-BD67-D5C6524200C3}"/>
              </a:ext>
            </a:extLst>
          </p:cNvPr>
          <p:cNvCxnSpPr>
            <a:cxnSpLocks/>
          </p:cNvCxnSpPr>
          <p:nvPr/>
        </p:nvCxnSpPr>
        <p:spPr>
          <a:xfrm>
            <a:off x="3736311" y="6345687"/>
            <a:ext cx="1154051" cy="0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3AD337E3-C3FA-BD51-30E5-52DC6F16CD3F}"/>
              </a:ext>
            </a:extLst>
          </p:cNvPr>
          <p:cNvCxnSpPr>
            <a:cxnSpLocks/>
          </p:cNvCxnSpPr>
          <p:nvPr/>
        </p:nvCxnSpPr>
        <p:spPr>
          <a:xfrm flipV="1">
            <a:off x="3736309" y="5752383"/>
            <a:ext cx="0" cy="593304"/>
          </a:xfrm>
          <a:prstGeom prst="straightConnector1">
            <a:avLst/>
          </a:prstGeom>
          <a:ln w="1270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CB20BA7B-6EC3-1664-421B-D0AA6089FBC0}"/>
              </a:ext>
            </a:extLst>
          </p:cNvPr>
          <p:cNvSpPr txBox="1"/>
          <p:nvPr/>
        </p:nvSpPr>
        <p:spPr>
          <a:xfrm>
            <a:off x="4505931" y="6300083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Time</a:t>
            </a:r>
          </a:p>
        </p:txBody>
      </p:sp>
      <p:sp>
        <p:nvSpPr>
          <p:cNvPr id="101" name="Forme libre 100">
            <a:extLst>
              <a:ext uri="{FF2B5EF4-FFF2-40B4-BE49-F238E27FC236}">
                <a16:creationId xmlns:a16="http://schemas.microsoft.com/office/drawing/2014/main" id="{3FD14762-5E34-EC7F-5583-A53DB6DBB738}"/>
              </a:ext>
            </a:extLst>
          </p:cNvPr>
          <p:cNvSpPr/>
          <p:nvPr/>
        </p:nvSpPr>
        <p:spPr>
          <a:xfrm>
            <a:off x="3754072" y="6042021"/>
            <a:ext cx="1012825" cy="280067"/>
          </a:xfrm>
          <a:custGeom>
            <a:avLst/>
            <a:gdLst>
              <a:gd name="connsiteX0" fmla="*/ 0 w 1012825"/>
              <a:gd name="connsiteY0" fmla="*/ 262091 h 280067"/>
              <a:gd name="connsiteX1" fmla="*/ 101600 w 1012825"/>
              <a:gd name="connsiteY1" fmla="*/ 214466 h 280067"/>
              <a:gd name="connsiteX2" fmla="*/ 241300 w 1012825"/>
              <a:gd name="connsiteY2" fmla="*/ 27141 h 280067"/>
              <a:gd name="connsiteX3" fmla="*/ 415925 w 1012825"/>
              <a:gd name="connsiteY3" fmla="*/ 23966 h 280067"/>
              <a:gd name="connsiteX4" fmla="*/ 777875 w 1012825"/>
              <a:gd name="connsiteY4" fmla="*/ 243041 h 280067"/>
              <a:gd name="connsiteX5" fmla="*/ 1012825 w 1012825"/>
              <a:gd name="connsiteY5" fmla="*/ 277966 h 28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12825" h="280067">
                <a:moveTo>
                  <a:pt x="0" y="262091"/>
                </a:moveTo>
                <a:cubicBezTo>
                  <a:pt x="30691" y="257857"/>
                  <a:pt x="61383" y="253624"/>
                  <a:pt x="101600" y="214466"/>
                </a:cubicBezTo>
                <a:cubicBezTo>
                  <a:pt x="141817" y="175308"/>
                  <a:pt x="188913" y="58891"/>
                  <a:pt x="241300" y="27141"/>
                </a:cubicBezTo>
                <a:cubicBezTo>
                  <a:pt x="293687" y="-4609"/>
                  <a:pt x="326496" y="-12017"/>
                  <a:pt x="415925" y="23966"/>
                </a:cubicBezTo>
                <a:cubicBezTo>
                  <a:pt x="505354" y="59949"/>
                  <a:pt x="678392" y="200708"/>
                  <a:pt x="777875" y="243041"/>
                </a:cubicBezTo>
                <a:cubicBezTo>
                  <a:pt x="877358" y="285374"/>
                  <a:pt x="945091" y="281670"/>
                  <a:pt x="1012825" y="277966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03E32A25-530B-32EC-0FB5-3A6A75097FDF}"/>
              </a:ext>
            </a:extLst>
          </p:cNvPr>
          <p:cNvSpPr txBox="1"/>
          <p:nvPr/>
        </p:nvSpPr>
        <p:spPr>
          <a:xfrm>
            <a:off x="3685410" y="5649011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/>
              <a:t>Infections</a:t>
            </a:r>
          </a:p>
        </p:txBody>
      </p:sp>
      <p:sp>
        <p:nvSpPr>
          <p:cNvPr id="107" name="Forme libre 106">
            <a:extLst>
              <a:ext uri="{FF2B5EF4-FFF2-40B4-BE49-F238E27FC236}">
                <a16:creationId xmlns:a16="http://schemas.microsoft.com/office/drawing/2014/main" id="{7BB99C58-179C-99F2-2784-522C0D52BBAC}"/>
              </a:ext>
            </a:extLst>
          </p:cNvPr>
          <p:cNvSpPr/>
          <p:nvPr/>
        </p:nvSpPr>
        <p:spPr>
          <a:xfrm>
            <a:off x="3754072" y="5900436"/>
            <a:ext cx="422275" cy="441774"/>
          </a:xfrm>
          <a:custGeom>
            <a:avLst/>
            <a:gdLst>
              <a:gd name="connsiteX0" fmla="*/ 0 w 422275"/>
              <a:gd name="connsiteY0" fmla="*/ 397324 h 441774"/>
              <a:gd name="connsiteX1" fmla="*/ 101600 w 422275"/>
              <a:gd name="connsiteY1" fmla="*/ 449 h 441774"/>
              <a:gd name="connsiteX2" fmla="*/ 298450 w 422275"/>
              <a:gd name="connsiteY2" fmla="*/ 321124 h 441774"/>
              <a:gd name="connsiteX3" fmla="*/ 422275 w 422275"/>
              <a:gd name="connsiteY3" fmla="*/ 441774 h 44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275" h="441774">
                <a:moveTo>
                  <a:pt x="0" y="397324"/>
                </a:moveTo>
                <a:cubicBezTo>
                  <a:pt x="25929" y="205236"/>
                  <a:pt x="51858" y="13149"/>
                  <a:pt x="101600" y="449"/>
                </a:cubicBezTo>
                <a:cubicBezTo>
                  <a:pt x="151342" y="-12251"/>
                  <a:pt x="245004" y="247570"/>
                  <a:pt x="298450" y="321124"/>
                </a:cubicBezTo>
                <a:cubicBezTo>
                  <a:pt x="351896" y="394678"/>
                  <a:pt x="380471" y="420607"/>
                  <a:pt x="422275" y="441774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Forme libre 108">
            <a:extLst>
              <a:ext uri="{FF2B5EF4-FFF2-40B4-BE49-F238E27FC236}">
                <a16:creationId xmlns:a16="http://schemas.microsoft.com/office/drawing/2014/main" id="{964A8179-8F3F-B6E8-6FAD-A28A80D859A7}"/>
              </a:ext>
            </a:extLst>
          </p:cNvPr>
          <p:cNvSpPr/>
          <p:nvPr/>
        </p:nvSpPr>
        <p:spPr>
          <a:xfrm>
            <a:off x="3760420" y="6303927"/>
            <a:ext cx="928052" cy="45719"/>
          </a:xfrm>
          <a:custGeom>
            <a:avLst/>
            <a:gdLst>
              <a:gd name="connsiteX0" fmla="*/ 0 w 390525"/>
              <a:gd name="connsiteY0" fmla="*/ 3360 h 38285"/>
              <a:gd name="connsiteX1" fmla="*/ 152400 w 390525"/>
              <a:gd name="connsiteY1" fmla="*/ 3360 h 38285"/>
              <a:gd name="connsiteX2" fmla="*/ 390525 w 390525"/>
              <a:gd name="connsiteY2" fmla="*/ 38285 h 3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525" h="38285">
                <a:moveTo>
                  <a:pt x="0" y="3360"/>
                </a:moveTo>
                <a:cubicBezTo>
                  <a:pt x="43656" y="449"/>
                  <a:pt x="87313" y="-2461"/>
                  <a:pt x="152400" y="3360"/>
                </a:cubicBezTo>
                <a:cubicBezTo>
                  <a:pt x="217487" y="9181"/>
                  <a:pt x="338138" y="22939"/>
                  <a:pt x="390525" y="38285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Forme libre 109">
            <a:extLst>
              <a:ext uri="{FF2B5EF4-FFF2-40B4-BE49-F238E27FC236}">
                <a16:creationId xmlns:a16="http://schemas.microsoft.com/office/drawing/2014/main" id="{B0AD613D-F365-97E9-FFC5-28289B13F38B}"/>
              </a:ext>
            </a:extLst>
          </p:cNvPr>
          <p:cNvSpPr/>
          <p:nvPr/>
        </p:nvSpPr>
        <p:spPr>
          <a:xfrm>
            <a:off x="3754072" y="6088060"/>
            <a:ext cx="1012825" cy="238277"/>
          </a:xfrm>
          <a:custGeom>
            <a:avLst/>
            <a:gdLst>
              <a:gd name="connsiteX0" fmla="*/ 0 w 1012825"/>
              <a:gd name="connsiteY0" fmla="*/ 231927 h 238277"/>
              <a:gd name="connsiteX1" fmla="*/ 161925 w 1012825"/>
              <a:gd name="connsiteY1" fmla="*/ 152 h 238277"/>
              <a:gd name="connsiteX2" fmla="*/ 606425 w 1012825"/>
              <a:gd name="connsiteY2" fmla="*/ 197002 h 238277"/>
              <a:gd name="connsiteX3" fmla="*/ 1012825 w 1012825"/>
              <a:gd name="connsiteY3" fmla="*/ 238277 h 238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2825" h="238277">
                <a:moveTo>
                  <a:pt x="0" y="231927"/>
                </a:moveTo>
                <a:cubicBezTo>
                  <a:pt x="30427" y="118950"/>
                  <a:pt x="60854" y="5973"/>
                  <a:pt x="161925" y="152"/>
                </a:cubicBezTo>
                <a:cubicBezTo>
                  <a:pt x="262996" y="-5669"/>
                  <a:pt x="464608" y="157315"/>
                  <a:pt x="606425" y="197002"/>
                </a:cubicBezTo>
                <a:cubicBezTo>
                  <a:pt x="748242" y="236689"/>
                  <a:pt x="880533" y="237483"/>
                  <a:pt x="1012825" y="238277"/>
                </a:cubicBez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187C75C2-AD88-69C2-99ED-301B980FE7D3}"/>
              </a:ext>
            </a:extLst>
          </p:cNvPr>
          <p:cNvCxnSpPr>
            <a:cxnSpLocks/>
          </p:cNvCxnSpPr>
          <p:nvPr/>
        </p:nvCxnSpPr>
        <p:spPr>
          <a:xfrm>
            <a:off x="2790284" y="6100571"/>
            <a:ext cx="0" cy="306000"/>
          </a:xfrm>
          <a:prstGeom prst="straightConnector1">
            <a:avLst/>
          </a:prstGeom>
          <a:ln w="12700">
            <a:solidFill>
              <a:schemeClr val="accent5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85DCDF90-26D5-C3CF-C43A-F2299AB106D6}"/>
              </a:ext>
            </a:extLst>
          </p:cNvPr>
          <p:cNvCxnSpPr>
            <a:cxnSpLocks/>
          </p:cNvCxnSpPr>
          <p:nvPr/>
        </p:nvCxnSpPr>
        <p:spPr>
          <a:xfrm flipV="1">
            <a:off x="2833330" y="6100571"/>
            <a:ext cx="0" cy="306000"/>
          </a:xfrm>
          <a:prstGeom prst="straightConnector1">
            <a:avLst/>
          </a:prstGeom>
          <a:ln w="12700">
            <a:solidFill>
              <a:schemeClr val="accent5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FB71DC50-8D82-94FE-C4E5-4BC3AB899462}"/>
              </a:ext>
            </a:extLst>
          </p:cNvPr>
          <p:cNvCxnSpPr>
            <a:cxnSpLocks/>
          </p:cNvCxnSpPr>
          <p:nvPr/>
        </p:nvCxnSpPr>
        <p:spPr>
          <a:xfrm>
            <a:off x="2791349" y="5694633"/>
            <a:ext cx="0" cy="306000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A6A455D-687D-2C28-1B8F-3A1EFE9AF6CE}"/>
              </a:ext>
            </a:extLst>
          </p:cNvPr>
          <p:cNvCxnSpPr>
            <a:cxnSpLocks/>
          </p:cNvCxnSpPr>
          <p:nvPr/>
        </p:nvCxnSpPr>
        <p:spPr>
          <a:xfrm flipV="1">
            <a:off x="2834395" y="5694633"/>
            <a:ext cx="0" cy="306000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E9AFAE50-BF0E-3DC1-199A-C34D4CDB5E0C}"/>
              </a:ext>
            </a:extLst>
          </p:cNvPr>
          <p:cNvGrpSpPr/>
          <p:nvPr/>
        </p:nvGrpSpPr>
        <p:grpSpPr>
          <a:xfrm>
            <a:off x="2456052" y="6630726"/>
            <a:ext cx="2965230" cy="1199250"/>
            <a:chOff x="8310219" y="4586848"/>
            <a:chExt cx="2965230" cy="1199250"/>
          </a:xfrm>
        </p:grpSpPr>
        <p:sp>
          <p:nvSpPr>
            <p:cNvPr id="267" name="Rectangle : coins arrondis 266">
              <a:extLst>
                <a:ext uri="{FF2B5EF4-FFF2-40B4-BE49-F238E27FC236}">
                  <a16:creationId xmlns:a16="http://schemas.microsoft.com/office/drawing/2014/main" id="{973002A9-0607-A891-8CB6-22491FDBB6DE}"/>
                </a:ext>
              </a:extLst>
            </p:cNvPr>
            <p:cNvSpPr/>
            <p:nvPr/>
          </p:nvSpPr>
          <p:spPr>
            <a:xfrm>
              <a:off x="8397471" y="4586848"/>
              <a:ext cx="2877978" cy="1164782"/>
            </a:xfrm>
            <a:prstGeom prst="roundRect">
              <a:avLst>
                <a:gd name="adj" fmla="val 7929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 dirty="0"/>
            </a:p>
          </p:txBody>
        </p:sp>
        <p:sp>
          <p:nvSpPr>
            <p:cNvPr id="269" name="ZoneTexte 268">
              <a:extLst>
                <a:ext uri="{FF2B5EF4-FFF2-40B4-BE49-F238E27FC236}">
                  <a16:creationId xmlns:a16="http://schemas.microsoft.com/office/drawing/2014/main" id="{BA29F100-E9F4-66D0-6375-5174416AAB45}"/>
                </a:ext>
              </a:extLst>
            </p:cNvPr>
            <p:cNvSpPr txBox="1"/>
            <p:nvPr/>
          </p:nvSpPr>
          <p:spPr>
            <a:xfrm>
              <a:off x="8999532" y="4586848"/>
              <a:ext cx="167385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fr-FR"/>
              </a:defPPr>
              <a:lvl1pPr algn="ctr">
                <a:defRPr sz="1000"/>
              </a:lvl1pPr>
            </a:lstStyle>
            <a:p>
              <a:r>
                <a:rPr lang="fr-FR" sz="1100" b="1" dirty="0">
                  <a:solidFill>
                    <a:schemeClr val="tx2"/>
                  </a:solidFill>
                </a:rPr>
                <a:t>Intervention </a:t>
              </a:r>
              <a:r>
                <a:rPr lang="fr-FR" sz="1100" b="1" dirty="0" err="1">
                  <a:solidFill>
                    <a:schemeClr val="tx2"/>
                  </a:solidFill>
                </a:rPr>
                <a:t>evaluation</a:t>
              </a:r>
              <a:endParaRPr lang="fr-FR" sz="1100" b="1" dirty="0">
                <a:solidFill>
                  <a:schemeClr val="tx2"/>
                </a:solidFill>
              </a:endParaRPr>
            </a:p>
          </p:txBody>
        </p:sp>
        <p:graphicFrame>
          <p:nvGraphicFramePr>
            <p:cNvPr id="287" name="Graphique 286">
              <a:extLst>
                <a:ext uri="{FF2B5EF4-FFF2-40B4-BE49-F238E27FC236}">
                  <a16:creationId xmlns:a16="http://schemas.microsoft.com/office/drawing/2014/main" id="{E227E4F4-63AB-B633-B21A-E620A71B3B3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40596778"/>
                </p:ext>
              </p:extLst>
            </p:nvPr>
          </p:nvGraphicFramePr>
          <p:xfrm>
            <a:off x="8310219" y="4727456"/>
            <a:ext cx="2912287" cy="105864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4772128-03ED-6AD5-FBDA-EB8DAA5D74D0}"/>
              </a:ext>
            </a:extLst>
          </p:cNvPr>
          <p:cNvSpPr/>
          <p:nvPr/>
        </p:nvSpPr>
        <p:spPr>
          <a:xfrm>
            <a:off x="1708786" y="2118958"/>
            <a:ext cx="4499103" cy="2654431"/>
          </a:xfrm>
          <a:prstGeom prst="roundRect">
            <a:avLst>
              <a:gd name="adj" fmla="val 6962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F363461-C858-5691-47EC-221C718B344B}"/>
              </a:ext>
            </a:extLst>
          </p:cNvPr>
          <p:cNvSpPr txBox="1"/>
          <p:nvPr/>
        </p:nvSpPr>
        <p:spPr>
          <a:xfrm>
            <a:off x="3342624" y="2125795"/>
            <a:ext cx="12314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000" b="1" dirty="0"/>
              <a:t>EPIDEMIC MODEL</a:t>
            </a:r>
          </a:p>
        </p:txBody>
      </p:sp>
      <p:grpSp>
        <p:nvGrpSpPr>
          <p:cNvPr id="308" name="Groupe 307">
            <a:extLst>
              <a:ext uri="{FF2B5EF4-FFF2-40B4-BE49-F238E27FC236}">
                <a16:creationId xmlns:a16="http://schemas.microsoft.com/office/drawing/2014/main" id="{C5C2AAB4-82BB-4FBF-3E12-B7A8EF4AC4BE}"/>
              </a:ext>
            </a:extLst>
          </p:cNvPr>
          <p:cNvGrpSpPr/>
          <p:nvPr/>
        </p:nvGrpSpPr>
        <p:grpSpPr>
          <a:xfrm>
            <a:off x="1810935" y="3458856"/>
            <a:ext cx="4294805" cy="1231467"/>
            <a:chOff x="1804856" y="3597976"/>
            <a:chExt cx="4294805" cy="1231467"/>
          </a:xfrm>
        </p:grpSpPr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50738F35-E2A5-841B-F029-151F3012714E}"/>
                </a:ext>
              </a:extLst>
            </p:cNvPr>
            <p:cNvSpPr/>
            <p:nvPr/>
          </p:nvSpPr>
          <p:spPr>
            <a:xfrm>
              <a:off x="1804856" y="3597977"/>
              <a:ext cx="4294805" cy="1231466"/>
            </a:xfrm>
            <a:prstGeom prst="roundRect">
              <a:avLst>
                <a:gd name="adj" fmla="val 7929"/>
              </a:avLst>
            </a:prstGeom>
            <a:solidFill>
              <a:schemeClr val="tx2">
                <a:lumMod val="10000"/>
                <a:lumOff val="90000"/>
              </a:scheme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13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9D1E6566-1AE4-7372-6BEE-D37A693180AC}"/>
                    </a:ext>
                  </a:extLst>
                </p:cNvPr>
                <p:cNvSpPr txBox="1"/>
                <p:nvPr/>
              </p:nvSpPr>
              <p:spPr>
                <a:xfrm>
                  <a:off x="3224512" y="3838667"/>
                  <a:ext cx="1927239" cy="5068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013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013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fr-FR" sz="1013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  <m:sup>
                            <m:r>
                              <a:rPr lang="fr-FR" sz="1013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d>
                          <m:dPr>
                            <m:ctrlPr>
                              <a:rPr lang="fr-FR" sz="1013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013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1013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1013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13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fr-FR" sz="1013" b="1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  <m:nary>
                          <m:naryPr>
                            <m:chr m:val="∑"/>
                            <m:supHide m:val="on"/>
                            <m:ctrlPr>
                              <a:rPr lang="fr-FR" sz="1013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fr-FR" sz="1013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fr-FR" sz="1013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fr-FR" sz="1013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013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p>
                                <m:r>
                                  <a:rPr lang="fr-FR" sz="1013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  <m:r>
                              <a:rPr lang="fr-FR" sz="1013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1013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1013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fr-FR" sz="1013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13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fr-FR" sz="1013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fr-FR" sz="1013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fr-FR" sz="1013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013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  <m:r>
                                      <a:rPr lang="fr-FR" sz="1013" b="0" i="1" smtClean="0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sz="1013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fr-FR" sz="1013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1013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013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fr-FR" sz="1013" dirty="0"/>
                </a:p>
              </p:txBody>
            </p:sp>
          </mc:Choice>
          <mc:Fallback xmlns=""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9D1E6566-1AE4-7372-6BEE-D37A693180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4512" y="3838667"/>
                  <a:ext cx="1927239" cy="506870"/>
                </a:xfrm>
                <a:prstGeom prst="rect">
                  <a:avLst/>
                </a:prstGeom>
                <a:blipFill>
                  <a:blip r:embed="rId7"/>
                  <a:stretch>
                    <a:fillRect t="-95122" b="-13170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C2DB01FD-8F65-3CA0-4075-F291D86307D4}"/>
                    </a:ext>
                  </a:extLst>
                </p:cNvPr>
                <p:cNvSpPr txBox="1"/>
                <p:nvPr/>
              </p:nvSpPr>
              <p:spPr>
                <a:xfrm>
                  <a:off x="3224511" y="4295281"/>
                  <a:ext cx="2468153" cy="51135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013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013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fr-FR" sz="1013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fr-FR" sz="1013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bSup>
                        <m:d>
                          <m:dPr>
                            <m:ctrlPr>
                              <a:rPr lang="fr-FR" sz="1013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013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1013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1013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13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fr-FR" sz="1013" b="1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sub>
                        </m:sSub>
                        <m:nary>
                          <m:naryPr>
                            <m:chr m:val="∑"/>
                            <m:supHide m:val="on"/>
                            <m:ctrlPr>
                              <a:rPr lang="fr-FR" sz="1013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fr-FR" sz="1013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fr-FR" sz="1013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fr-FR" sz="1013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013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fr-FR" sz="1013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sub>
                          <m:sup/>
                          <m:e>
                            <m:sSub>
                              <m:sSubPr>
                                <m:ctrlPr>
                                  <a:rPr lang="fr-FR" sz="1013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13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fr-FR" sz="1013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fr-FR" sz="1013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1013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fr-FR" sz="1013" b="0" i="1" smtClean="0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fr-FR" sz="1013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sz="1013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fr-FR" sz="1013" i="1">
                                            <a:solidFill>
                                              <a:schemeClr val="accent5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d>
                                    <m:r>
                                      <a:rPr lang="fr-FR" sz="1013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fr-FR" sz="1013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fr-FR" sz="1013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f>
                              <m:fPr>
                                <m:ctrlPr>
                                  <a:rPr lang="fr-FR" sz="1013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fr-FR" sz="1013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013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p>
                                    <m:r>
                                      <a:rPr lang="fr-FR" sz="1013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fr-FR" sz="1013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sz="1013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sz="1013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fr-FR" sz="1013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fr-FR" sz="1013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013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fr-FR" sz="1013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oMath>
                    </m:oMathPara>
                  </a14:m>
                  <a:endParaRPr lang="fr-FR" sz="1013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C2DB01FD-8F65-3CA0-4075-F291D8630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4511" y="4295281"/>
                  <a:ext cx="2468153" cy="511358"/>
                </a:xfrm>
                <a:prstGeom prst="rect">
                  <a:avLst/>
                </a:prstGeom>
                <a:blipFill>
                  <a:blip r:embed="rId8"/>
                  <a:stretch>
                    <a:fillRect t="-92683" b="-13414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Google Shape;299;p28">
              <a:extLst>
                <a:ext uri="{FF2B5EF4-FFF2-40B4-BE49-F238E27FC236}">
                  <a16:creationId xmlns:a16="http://schemas.microsoft.com/office/drawing/2014/main" id="{27B78E87-7E90-7EED-FC0E-C6DA0F5E2491}"/>
                </a:ext>
              </a:extLst>
            </p:cNvPr>
            <p:cNvSpPr txBox="1"/>
            <p:nvPr/>
          </p:nvSpPr>
          <p:spPr>
            <a:xfrm>
              <a:off x="2348586" y="3970922"/>
              <a:ext cx="897915" cy="2423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7" tIns="51427" rIns="51427" bIns="51427" anchor="t" anchorCtr="0">
              <a:spAutoFit/>
            </a:bodyPr>
            <a:lstStyle/>
            <a:p>
              <a:r>
                <a:rPr lang="fr-FR" sz="9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Close-</a:t>
              </a:r>
              <a:r>
                <a:rPr lang="fr-FR" sz="900" b="1" dirty="0" err="1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proximity</a:t>
              </a:r>
              <a:endParaRPr lang="ar-AE" sz="9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00;p28">
              <a:extLst>
                <a:ext uri="{FF2B5EF4-FFF2-40B4-BE49-F238E27FC236}">
                  <a16:creationId xmlns:a16="http://schemas.microsoft.com/office/drawing/2014/main" id="{9AE44E84-C2C1-A394-3F0C-69C6A315A57D}"/>
                </a:ext>
              </a:extLst>
            </p:cNvPr>
            <p:cNvSpPr txBox="1"/>
            <p:nvPr/>
          </p:nvSpPr>
          <p:spPr>
            <a:xfrm>
              <a:off x="2348586" y="4409552"/>
              <a:ext cx="806779" cy="2423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7" tIns="51427" rIns="51427" bIns="51427" anchor="t" anchorCtr="0">
              <a:spAutoFit/>
            </a:bodyPr>
            <a:lstStyle/>
            <a:p>
              <a:r>
                <a:rPr lang="fr-FR" sz="900" b="1" dirty="0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Long-distance</a:t>
              </a:r>
              <a:endParaRPr sz="900" b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ZoneTexte 189">
              <a:extLst>
                <a:ext uri="{FF2B5EF4-FFF2-40B4-BE49-F238E27FC236}">
                  <a16:creationId xmlns:a16="http://schemas.microsoft.com/office/drawing/2014/main" id="{9AEACA1B-0998-F2BD-F8EB-5673765C14CF}"/>
                </a:ext>
              </a:extLst>
            </p:cNvPr>
            <p:cNvSpPr txBox="1"/>
            <p:nvPr/>
          </p:nvSpPr>
          <p:spPr>
            <a:xfrm>
              <a:off x="3264409" y="3597976"/>
              <a:ext cx="1375698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>
              <a:defPPr>
                <a:defRPr lang="fr-FR"/>
              </a:defPPr>
              <a:lvl1pPr algn="ctr">
                <a:defRPr sz="1000"/>
              </a:lvl1pPr>
            </a:lstStyle>
            <a:p>
              <a:r>
                <a:rPr lang="fr-FR" sz="1100" b="1" dirty="0">
                  <a:solidFill>
                    <a:schemeClr val="tx2"/>
                  </a:solidFill>
                </a:rPr>
                <a:t>Forces of infection</a:t>
              </a:r>
            </a:p>
          </p:txBody>
        </p:sp>
      </p:grpSp>
      <p:cxnSp>
        <p:nvCxnSpPr>
          <p:cNvPr id="242" name="Connecteur droit avec flèche 241">
            <a:extLst>
              <a:ext uri="{FF2B5EF4-FFF2-40B4-BE49-F238E27FC236}">
                <a16:creationId xmlns:a16="http://schemas.microsoft.com/office/drawing/2014/main" id="{4CC14266-E27E-1048-E0AC-0A4CA88A99B4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3954369" y="4773389"/>
            <a:ext cx="3968" cy="38238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necteur en angle 280">
            <a:extLst>
              <a:ext uri="{FF2B5EF4-FFF2-40B4-BE49-F238E27FC236}">
                <a16:creationId xmlns:a16="http://schemas.microsoft.com/office/drawing/2014/main" id="{9038E2E7-6ECC-A585-B2FD-67860F1D413C}"/>
              </a:ext>
            </a:extLst>
          </p:cNvPr>
          <p:cNvCxnSpPr>
            <a:cxnSpLocks/>
            <a:stCxn id="16" idx="3"/>
            <a:endCxn id="267" idx="1"/>
          </p:cNvCxnSpPr>
          <p:nvPr/>
        </p:nvCxnSpPr>
        <p:spPr>
          <a:xfrm>
            <a:off x="1986076" y="6870301"/>
            <a:ext cx="557228" cy="34281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 : coins arrondis 105">
            <a:extLst>
              <a:ext uri="{FF2B5EF4-FFF2-40B4-BE49-F238E27FC236}">
                <a16:creationId xmlns:a16="http://schemas.microsoft.com/office/drawing/2014/main" id="{09E5FC49-F2AE-F842-864E-2A9EFC9F5971}"/>
              </a:ext>
            </a:extLst>
          </p:cNvPr>
          <p:cNvSpPr/>
          <p:nvPr/>
        </p:nvSpPr>
        <p:spPr>
          <a:xfrm>
            <a:off x="1814352" y="2377218"/>
            <a:ext cx="2249810" cy="994003"/>
          </a:xfrm>
          <a:prstGeom prst="roundRect">
            <a:avLst>
              <a:gd name="adj" fmla="val 7929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13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F13DC94C-DE5A-FB38-5E5B-C54D4D3A25E4}"/>
              </a:ext>
            </a:extLst>
          </p:cNvPr>
          <p:cNvSpPr txBox="1"/>
          <p:nvPr/>
        </p:nvSpPr>
        <p:spPr>
          <a:xfrm>
            <a:off x="2472624" y="2391014"/>
            <a:ext cx="93326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fr-FR"/>
            </a:defPPr>
            <a:lvl1pPr algn="ctr">
              <a:defRPr sz="1000"/>
            </a:lvl1pPr>
          </a:lstStyle>
          <a:p>
            <a:r>
              <a:rPr lang="fr-FR" sz="1100" b="1" dirty="0" err="1">
                <a:solidFill>
                  <a:schemeClr val="tx2"/>
                </a:solidFill>
              </a:rPr>
              <a:t>Parameters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18778D5D-0839-ED27-9F6D-1A408B105337}"/>
              </a:ext>
            </a:extLst>
          </p:cNvPr>
          <p:cNvSpPr/>
          <p:nvPr/>
        </p:nvSpPr>
        <p:spPr>
          <a:xfrm>
            <a:off x="4175145" y="2376549"/>
            <a:ext cx="1927177" cy="994004"/>
          </a:xfrm>
          <a:prstGeom prst="roundRect">
            <a:avLst>
              <a:gd name="adj" fmla="val 7929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050" dirty="0">
              <a:solidFill>
                <a:schemeClr val="tx1"/>
              </a:solidFill>
            </a:endParaRPr>
          </a:p>
          <a:p>
            <a:r>
              <a:rPr lang="fr-FR" sz="1050" dirty="0">
                <a:solidFill>
                  <a:schemeClr val="tx1"/>
                </a:solidFill>
              </a:rPr>
              <a:t>              </a:t>
            </a:r>
            <a:r>
              <a:rPr lang="fr-FR" sz="1050" dirty="0" err="1">
                <a:solidFill>
                  <a:schemeClr val="tx1"/>
                </a:solidFill>
              </a:rPr>
              <a:t>Individual</a:t>
            </a:r>
            <a:r>
              <a:rPr lang="fr-FR" sz="1050" dirty="0">
                <a:solidFill>
                  <a:schemeClr val="tx1"/>
                </a:solidFill>
              </a:rPr>
              <a:t> locations </a:t>
            </a:r>
          </a:p>
          <a:p>
            <a:endParaRPr lang="fr-FR" sz="1400" dirty="0">
              <a:solidFill>
                <a:schemeClr val="tx1"/>
              </a:solidFill>
            </a:endParaRPr>
          </a:p>
          <a:p>
            <a:r>
              <a:rPr lang="fr-FR" sz="1050" dirty="0">
                <a:solidFill>
                  <a:schemeClr val="tx1"/>
                </a:solidFill>
              </a:rPr>
              <a:t>              Contacts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C93BFDBC-D0B2-0856-2F17-5429ED486E88}"/>
              </a:ext>
            </a:extLst>
          </p:cNvPr>
          <p:cNvSpPr txBox="1"/>
          <p:nvPr/>
        </p:nvSpPr>
        <p:spPr>
          <a:xfrm>
            <a:off x="4893313" y="2387591"/>
            <a:ext cx="490840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fr-FR"/>
            </a:defPPr>
            <a:lvl1pPr algn="ctr">
              <a:defRPr sz="1000"/>
            </a:lvl1pPr>
          </a:lstStyle>
          <a:p>
            <a:r>
              <a:rPr lang="fr-FR" sz="1100" b="1" dirty="0">
                <a:solidFill>
                  <a:schemeClr val="tx2"/>
                </a:solidFill>
              </a:rPr>
              <a:t>Data</a:t>
            </a:r>
            <a:endParaRPr lang="fr-FR" b="1" dirty="0">
              <a:solidFill>
                <a:schemeClr val="tx2"/>
              </a:solidFill>
            </a:endParaRPr>
          </a:p>
        </p:txBody>
      </p:sp>
      <p:sp>
        <p:nvSpPr>
          <p:cNvPr id="299" name="Rectangle : coins arrondis 298">
            <a:extLst>
              <a:ext uri="{FF2B5EF4-FFF2-40B4-BE49-F238E27FC236}">
                <a16:creationId xmlns:a16="http://schemas.microsoft.com/office/drawing/2014/main" id="{9F4D1F24-5DFE-2362-2133-6BF38307460E}"/>
              </a:ext>
            </a:extLst>
          </p:cNvPr>
          <p:cNvSpPr/>
          <p:nvPr/>
        </p:nvSpPr>
        <p:spPr>
          <a:xfrm>
            <a:off x="1981840" y="2574789"/>
            <a:ext cx="2017096" cy="406387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0735B30-E24B-37C3-5DD7-698ECAC0E070}"/>
              </a:ext>
            </a:extLst>
          </p:cNvPr>
          <p:cNvSpPr/>
          <p:nvPr/>
        </p:nvSpPr>
        <p:spPr>
          <a:xfrm>
            <a:off x="2032496" y="2623369"/>
            <a:ext cx="1947390" cy="318491"/>
          </a:xfrm>
          <a:prstGeom prst="roundRect">
            <a:avLst/>
          </a:prstGeom>
          <a:solidFill>
            <a:srgbClr val="A6CAEC">
              <a:alpha val="7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597B0AAA-D761-B612-F251-B5E199906C7B}"/>
                  </a:ext>
                </a:extLst>
              </p:cNvPr>
              <p:cNvSpPr txBox="1"/>
              <p:nvPr/>
            </p:nvSpPr>
            <p:spPr>
              <a:xfrm>
                <a:off x="2290752" y="2657971"/>
                <a:ext cx="41040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 fontAlgn="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fr-FR" sz="110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fr-FR" sz="1100" i="1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fr-FR" sz="1100" dirty="0"/>
              </a:p>
            </p:txBody>
          </p:sp>
        </mc:Choice>
        <mc:Fallback xmlns="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597B0AAA-D761-B612-F251-B5E199906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752" y="2657971"/>
                <a:ext cx="410400" cy="261610"/>
              </a:xfrm>
              <a:prstGeom prst="rect">
                <a:avLst/>
              </a:prstGeom>
              <a:blipFill>
                <a:blip r:embed="rId9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02537A8A-4B45-E3DB-0C9B-689F3766DF76}"/>
                  </a:ext>
                </a:extLst>
              </p:cNvPr>
              <p:cNvSpPr txBox="1"/>
              <p:nvPr/>
            </p:nvSpPr>
            <p:spPr>
              <a:xfrm>
                <a:off x="2949354" y="2657971"/>
                <a:ext cx="375557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sz="1100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02537A8A-4B45-E3DB-0C9B-689F3766D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354" y="2657971"/>
                <a:ext cx="375557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890A34D8-E810-1C73-5EE0-13DDBE40E932}"/>
                  </a:ext>
                </a:extLst>
              </p:cNvPr>
              <p:cNvSpPr txBox="1"/>
              <p:nvPr/>
            </p:nvSpPr>
            <p:spPr>
              <a:xfrm>
                <a:off x="3621734" y="2657971"/>
                <a:ext cx="40115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fr-FR" sz="1100" dirty="0"/>
              </a:p>
            </p:txBody>
          </p:sp>
        </mc:Choice>
        <mc:Fallback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890A34D8-E810-1C73-5EE0-13DDBE40E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734" y="2657971"/>
                <a:ext cx="401152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Rectangle : coins arrondis 299">
            <a:extLst>
              <a:ext uri="{FF2B5EF4-FFF2-40B4-BE49-F238E27FC236}">
                <a16:creationId xmlns:a16="http://schemas.microsoft.com/office/drawing/2014/main" id="{57B8F101-096E-3E69-C589-6BC225DE40D8}"/>
              </a:ext>
            </a:extLst>
          </p:cNvPr>
          <p:cNvSpPr/>
          <p:nvPr/>
        </p:nvSpPr>
        <p:spPr>
          <a:xfrm>
            <a:off x="1981839" y="2939332"/>
            <a:ext cx="854752" cy="406387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F047247-BD51-5BF2-550E-5C42129D8EB5}"/>
              </a:ext>
            </a:extLst>
          </p:cNvPr>
          <p:cNvSpPr/>
          <p:nvPr/>
        </p:nvSpPr>
        <p:spPr>
          <a:xfrm>
            <a:off x="2030383" y="3002600"/>
            <a:ext cx="825131" cy="318491"/>
          </a:xfrm>
          <a:prstGeom prst="roundRect">
            <a:avLst/>
          </a:prstGeom>
          <a:solidFill>
            <a:srgbClr val="A6CAEC">
              <a:alpha val="7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52263721-BB4E-9E59-FB58-46DF5D4AA12F}"/>
                  </a:ext>
                </a:extLst>
              </p:cNvPr>
              <p:cNvSpPr txBox="1"/>
              <p:nvPr/>
            </p:nvSpPr>
            <p:spPr>
              <a:xfrm>
                <a:off x="2227004" y="3030878"/>
                <a:ext cx="68286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 fontAlgn="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fr-FR" sz="1100" i="1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fr-F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fr-FR" sz="11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fr-FR" sz="1100" dirty="0"/>
              </a:p>
            </p:txBody>
          </p:sp>
        </mc:Choice>
        <mc:Fallback xmlns="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52263721-BB4E-9E59-FB58-46DF5D4AA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004" y="3030878"/>
                <a:ext cx="682866" cy="261610"/>
              </a:xfrm>
              <a:prstGeom prst="rect">
                <a:avLst/>
              </a:prstGeom>
              <a:blipFill>
                <a:blip r:embed="rId1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4C4575D5-8B73-37D8-CFC6-082F1E62BEB3}"/>
              </a:ext>
            </a:extLst>
          </p:cNvPr>
          <p:cNvCxnSpPr>
            <a:cxnSpLocks/>
          </p:cNvCxnSpPr>
          <p:nvPr/>
        </p:nvCxnSpPr>
        <p:spPr>
          <a:xfrm>
            <a:off x="1108172" y="2645350"/>
            <a:ext cx="873667" cy="152934"/>
          </a:xfrm>
          <a:prstGeom prst="straightConnector1">
            <a:avLst/>
          </a:prstGeom>
          <a:ln w="38100"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E1CEAB4C-57FD-BCFC-A646-F50D0641BBEB}"/>
              </a:ext>
            </a:extLst>
          </p:cNvPr>
          <p:cNvCxnSpPr>
            <a:cxnSpLocks/>
          </p:cNvCxnSpPr>
          <p:nvPr/>
        </p:nvCxnSpPr>
        <p:spPr>
          <a:xfrm flipV="1">
            <a:off x="1131360" y="3167763"/>
            <a:ext cx="850478" cy="200979"/>
          </a:xfrm>
          <a:prstGeom prst="straightConnector1">
            <a:avLst/>
          </a:prstGeom>
          <a:ln w="38100"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Connecteur droit avec flèche 225">
            <a:extLst>
              <a:ext uri="{FF2B5EF4-FFF2-40B4-BE49-F238E27FC236}">
                <a16:creationId xmlns:a16="http://schemas.microsoft.com/office/drawing/2014/main" id="{AD1776D8-9BF8-4B2F-151F-8E9E2F5B16BE}"/>
              </a:ext>
            </a:extLst>
          </p:cNvPr>
          <p:cNvCxnSpPr>
            <a:cxnSpLocks/>
          </p:cNvCxnSpPr>
          <p:nvPr/>
        </p:nvCxnSpPr>
        <p:spPr>
          <a:xfrm>
            <a:off x="3064806" y="5839689"/>
            <a:ext cx="144000" cy="0"/>
          </a:xfrm>
          <a:prstGeom prst="straightConnector1">
            <a:avLst/>
          </a:prstGeom>
          <a:ln w="12700" cap="rnd">
            <a:solidFill>
              <a:schemeClr val="accent2"/>
            </a:solidFill>
            <a:round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eur droit avec flèche 229">
            <a:extLst>
              <a:ext uri="{FF2B5EF4-FFF2-40B4-BE49-F238E27FC236}">
                <a16:creationId xmlns:a16="http://schemas.microsoft.com/office/drawing/2014/main" id="{82D6D2A4-6756-07C1-CE5E-5EAFFF199010}"/>
              </a:ext>
            </a:extLst>
          </p:cNvPr>
          <p:cNvCxnSpPr>
            <a:cxnSpLocks/>
          </p:cNvCxnSpPr>
          <p:nvPr/>
        </p:nvCxnSpPr>
        <p:spPr>
          <a:xfrm>
            <a:off x="3050643" y="5900308"/>
            <a:ext cx="144000" cy="0"/>
          </a:xfrm>
          <a:prstGeom prst="straightConnector1">
            <a:avLst/>
          </a:prstGeom>
          <a:ln w="12700" cap="rnd">
            <a:solidFill>
              <a:schemeClr val="accent2"/>
            </a:solidFill>
            <a:round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95691DBB-C105-2DCE-45D4-D6FDE5B42D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4623" y="2626930"/>
            <a:ext cx="324000" cy="324000"/>
          </a:xfrm>
          <a:prstGeom prst="rect">
            <a:avLst/>
          </a:prstGeom>
        </p:spPr>
      </p:pic>
      <p:pic>
        <p:nvPicPr>
          <p:cNvPr id="25" name="Graphique 24">
            <a:extLst>
              <a:ext uri="{FF2B5EF4-FFF2-40B4-BE49-F238E27FC236}">
                <a16:creationId xmlns:a16="http://schemas.microsoft.com/office/drawing/2014/main" id="{2CC78DF7-270E-F326-6F21-B05A29C1D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07870" y="2626930"/>
            <a:ext cx="324000" cy="324000"/>
          </a:xfrm>
          <a:prstGeom prst="rect">
            <a:avLst/>
          </a:prstGeom>
        </p:spPr>
      </p:pic>
      <p:pic>
        <p:nvPicPr>
          <p:cNvPr id="28" name="Graphique 27">
            <a:extLst>
              <a:ext uri="{FF2B5EF4-FFF2-40B4-BE49-F238E27FC236}">
                <a16:creationId xmlns:a16="http://schemas.microsoft.com/office/drawing/2014/main" id="{CE9C2A00-8863-55AD-0CA3-674279734A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34623" y="3001638"/>
            <a:ext cx="324000" cy="324000"/>
          </a:xfrm>
          <a:prstGeom prst="rect">
            <a:avLst/>
          </a:prstGeom>
        </p:spPr>
      </p:pic>
      <p:pic>
        <p:nvPicPr>
          <p:cNvPr id="36" name="Graphique 35">
            <a:extLst>
              <a:ext uri="{FF2B5EF4-FFF2-40B4-BE49-F238E27FC236}">
                <a16:creationId xmlns:a16="http://schemas.microsoft.com/office/drawing/2014/main" id="{FD7CC41B-BF8D-2158-66A1-E4D8000847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58014" y="2608520"/>
            <a:ext cx="324000" cy="324000"/>
          </a:xfrm>
          <a:prstGeom prst="rect">
            <a:avLst/>
          </a:prstGeom>
        </p:spPr>
      </p:pic>
      <p:pic>
        <p:nvPicPr>
          <p:cNvPr id="70" name="Graphique 69">
            <a:extLst>
              <a:ext uri="{FF2B5EF4-FFF2-40B4-BE49-F238E27FC236}">
                <a16:creationId xmlns:a16="http://schemas.microsoft.com/office/drawing/2014/main" id="{CD389746-DC8F-607A-C1BF-36CA2FFEB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83139" y="2626930"/>
            <a:ext cx="324000" cy="324000"/>
          </a:xfrm>
          <a:prstGeom prst="rect">
            <a:avLst/>
          </a:prstGeom>
        </p:spPr>
      </p:pic>
      <p:pic>
        <p:nvPicPr>
          <p:cNvPr id="83" name="Graphique 82">
            <a:extLst>
              <a:ext uri="{FF2B5EF4-FFF2-40B4-BE49-F238E27FC236}">
                <a16:creationId xmlns:a16="http://schemas.microsoft.com/office/drawing/2014/main" id="{98E4D9BB-B66E-CA2C-3EE2-B0CDF00876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0989" y="2438284"/>
            <a:ext cx="360000" cy="360000"/>
          </a:xfrm>
          <a:prstGeom prst="rect">
            <a:avLst/>
          </a:prstGeom>
        </p:spPr>
      </p:pic>
      <p:pic>
        <p:nvPicPr>
          <p:cNvPr id="90" name="Graphique 89">
            <a:extLst>
              <a:ext uri="{FF2B5EF4-FFF2-40B4-BE49-F238E27FC236}">
                <a16:creationId xmlns:a16="http://schemas.microsoft.com/office/drawing/2014/main" id="{ADDF20DC-90EB-F574-D926-24AB5778A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99140" y="5677299"/>
            <a:ext cx="324000" cy="324000"/>
          </a:xfrm>
          <a:prstGeom prst="rect">
            <a:avLst/>
          </a:prstGeom>
        </p:spPr>
      </p:pic>
      <p:pic>
        <p:nvPicPr>
          <p:cNvPr id="93" name="Graphique 92">
            <a:extLst>
              <a:ext uri="{FF2B5EF4-FFF2-40B4-BE49-F238E27FC236}">
                <a16:creationId xmlns:a16="http://schemas.microsoft.com/office/drawing/2014/main" id="{90D015A3-2F5C-2F4A-42D0-CE5BD4263C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836973" y="5677299"/>
            <a:ext cx="324000" cy="324000"/>
          </a:xfrm>
          <a:prstGeom prst="rect">
            <a:avLst/>
          </a:prstGeom>
        </p:spPr>
      </p:pic>
      <p:cxnSp>
        <p:nvCxnSpPr>
          <p:cNvPr id="95" name="Connecteur droit avec flèche 94">
            <a:extLst>
              <a:ext uri="{FF2B5EF4-FFF2-40B4-BE49-F238E27FC236}">
                <a16:creationId xmlns:a16="http://schemas.microsoft.com/office/drawing/2014/main" id="{1973D54B-F513-284F-5447-B0D09DC9F3A3}"/>
              </a:ext>
            </a:extLst>
          </p:cNvPr>
          <p:cNvCxnSpPr>
            <a:cxnSpLocks/>
          </p:cNvCxnSpPr>
          <p:nvPr/>
        </p:nvCxnSpPr>
        <p:spPr>
          <a:xfrm>
            <a:off x="2058676" y="3946697"/>
            <a:ext cx="144000" cy="0"/>
          </a:xfrm>
          <a:prstGeom prst="straightConnector1">
            <a:avLst/>
          </a:prstGeom>
          <a:ln w="12700" cap="rnd">
            <a:solidFill>
              <a:schemeClr val="accent2"/>
            </a:solidFill>
            <a:round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6134B728-7021-EA4E-1242-7AE99C9BDEC3}"/>
              </a:ext>
            </a:extLst>
          </p:cNvPr>
          <p:cNvCxnSpPr>
            <a:cxnSpLocks/>
          </p:cNvCxnSpPr>
          <p:nvPr/>
        </p:nvCxnSpPr>
        <p:spPr>
          <a:xfrm>
            <a:off x="2044513" y="4007316"/>
            <a:ext cx="144000" cy="0"/>
          </a:xfrm>
          <a:prstGeom prst="straightConnector1">
            <a:avLst/>
          </a:prstGeom>
          <a:ln w="12700" cap="rnd">
            <a:solidFill>
              <a:schemeClr val="accent2"/>
            </a:solidFill>
            <a:round/>
            <a:headEnd type="triangle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" name="Graphique 110">
            <a:extLst>
              <a:ext uri="{FF2B5EF4-FFF2-40B4-BE49-F238E27FC236}">
                <a16:creationId xmlns:a16="http://schemas.microsoft.com/office/drawing/2014/main" id="{B6E4A711-8A39-685D-4E75-91EF0FCC71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093010" y="3784307"/>
            <a:ext cx="324000" cy="324000"/>
          </a:xfrm>
          <a:prstGeom prst="rect">
            <a:avLst/>
          </a:prstGeom>
        </p:spPr>
      </p:pic>
      <p:pic>
        <p:nvPicPr>
          <p:cNvPr id="178" name="Graphique 177">
            <a:extLst>
              <a:ext uri="{FF2B5EF4-FFF2-40B4-BE49-F238E27FC236}">
                <a16:creationId xmlns:a16="http://schemas.microsoft.com/office/drawing/2014/main" id="{A839A8FE-8B3E-FE38-E249-E8779E801A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30843" y="3784307"/>
            <a:ext cx="324000" cy="324000"/>
          </a:xfrm>
          <a:prstGeom prst="rect">
            <a:avLst/>
          </a:prstGeom>
        </p:spPr>
      </p:pic>
      <p:pic>
        <p:nvPicPr>
          <p:cNvPr id="184" name="Graphique 183">
            <a:extLst>
              <a:ext uri="{FF2B5EF4-FFF2-40B4-BE49-F238E27FC236}">
                <a16:creationId xmlns:a16="http://schemas.microsoft.com/office/drawing/2014/main" id="{3182BB17-B09D-9259-3496-23F4FF0274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54797" y="6423193"/>
            <a:ext cx="324000" cy="324000"/>
          </a:xfrm>
          <a:prstGeom prst="rect">
            <a:avLst/>
          </a:prstGeom>
        </p:spPr>
      </p:pic>
      <p:pic>
        <p:nvPicPr>
          <p:cNvPr id="193" name="Graphique 192">
            <a:extLst>
              <a:ext uri="{FF2B5EF4-FFF2-40B4-BE49-F238E27FC236}">
                <a16:creationId xmlns:a16="http://schemas.microsoft.com/office/drawing/2014/main" id="{0724D4BE-BE41-0AA7-0DCF-2D40F4A14C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1312" y="7279387"/>
            <a:ext cx="324000" cy="324000"/>
          </a:xfrm>
          <a:prstGeom prst="rect">
            <a:avLst/>
          </a:prstGeom>
        </p:spPr>
      </p:pic>
      <p:pic>
        <p:nvPicPr>
          <p:cNvPr id="200" name="Graphique 199">
            <a:extLst>
              <a:ext uri="{FF2B5EF4-FFF2-40B4-BE49-F238E27FC236}">
                <a16:creationId xmlns:a16="http://schemas.microsoft.com/office/drawing/2014/main" id="{653BBA65-5E6A-807C-A680-46B165045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5019" y="7279387"/>
            <a:ext cx="324000" cy="324000"/>
          </a:xfrm>
          <a:prstGeom prst="rect">
            <a:avLst/>
          </a:prstGeom>
        </p:spPr>
      </p:pic>
      <p:sp>
        <p:nvSpPr>
          <p:cNvPr id="220" name="Rectangle : coins arrondis 219">
            <a:extLst>
              <a:ext uri="{FF2B5EF4-FFF2-40B4-BE49-F238E27FC236}">
                <a16:creationId xmlns:a16="http://schemas.microsoft.com/office/drawing/2014/main" id="{1CF73552-AC6D-D97C-698B-12A1A8BFDA0F}"/>
              </a:ext>
            </a:extLst>
          </p:cNvPr>
          <p:cNvSpPr/>
          <p:nvPr/>
        </p:nvSpPr>
        <p:spPr>
          <a:xfrm>
            <a:off x="279990" y="7449879"/>
            <a:ext cx="223200" cy="58996"/>
          </a:xfrm>
          <a:prstGeom prst="roundRect">
            <a:avLst/>
          </a:prstGeom>
          <a:solidFill>
            <a:srgbClr val="DDE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2" name="Rectangle : coins arrondis 201">
            <a:extLst>
              <a:ext uri="{FF2B5EF4-FFF2-40B4-BE49-F238E27FC236}">
                <a16:creationId xmlns:a16="http://schemas.microsoft.com/office/drawing/2014/main" id="{873B53B1-2A88-2DFF-18F7-624A81D21444}"/>
              </a:ext>
            </a:extLst>
          </p:cNvPr>
          <p:cNvSpPr/>
          <p:nvPr/>
        </p:nvSpPr>
        <p:spPr>
          <a:xfrm flipH="1">
            <a:off x="311149" y="7394132"/>
            <a:ext cx="162000" cy="57593"/>
          </a:xfrm>
          <a:prstGeom prst="roundRect">
            <a:avLst/>
          </a:prstGeom>
          <a:solidFill>
            <a:srgbClr val="DDEA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9" name="Graphique 188">
            <a:extLst>
              <a:ext uri="{FF2B5EF4-FFF2-40B4-BE49-F238E27FC236}">
                <a16:creationId xmlns:a16="http://schemas.microsoft.com/office/drawing/2014/main" id="{6A5FE4C8-8412-5B74-0B66-20CC9B2B4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1144" y="7369926"/>
            <a:ext cx="324000" cy="324000"/>
          </a:xfrm>
          <a:prstGeom prst="rect">
            <a:avLst/>
          </a:prstGeom>
        </p:spPr>
      </p:pic>
      <p:grpSp>
        <p:nvGrpSpPr>
          <p:cNvPr id="288" name="Groupe 287">
            <a:extLst>
              <a:ext uri="{FF2B5EF4-FFF2-40B4-BE49-F238E27FC236}">
                <a16:creationId xmlns:a16="http://schemas.microsoft.com/office/drawing/2014/main" id="{64C56D5B-5913-E356-218C-4DA5A0E3D9FD}"/>
              </a:ext>
            </a:extLst>
          </p:cNvPr>
          <p:cNvGrpSpPr/>
          <p:nvPr/>
        </p:nvGrpSpPr>
        <p:grpSpPr>
          <a:xfrm>
            <a:off x="4291758" y="2983829"/>
            <a:ext cx="322006" cy="278226"/>
            <a:chOff x="6182388" y="2984307"/>
            <a:chExt cx="376378" cy="325206"/>
          </a:xfrm>
        </p:grpSpPr>
        <p:sp>
          <p:nvSpPr>
            <p:cNvPr id="249" name="Ellipse 248">
              <a:extLst>
                <a:ext uri="{FF2B5EF4-FFF2-40B4-BE49-F238E27FC236}">
                  <a16:creationId xmlns:a16="http://schemas.microsoft.com/office/drawing/2014/main" id="{9155E457-544B-3CDC-B7C4-0AEEA703CE0F}"/>
                </a:ext>
              </a:extLst>
            </p:cNvPr>
            <p:cNvSpPr/>
            <p:nvPr/>
          </p:nvSpPr>
          <p:spPr>
            <a:xfrm>
              <a:off x="6292556" y="3089781"/>
              <a:ext cx="111731" cy="114948"/>
            </a:xfrm>
            <a:prstGeom prst="ellipse">
              <a:avLst/>
            </a:prstGeom>
            <a:noFill/>
            <a:ln w="14604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5" name="Ellipse 254">
              <a:extLst>
                <a:ext uri="{FF2B5EF4-FFF2-40B4-BE49-F238E27FC236}">
                  <a16:creationId xmlns:a16="http://schemas.microsoft.com/office/drawing/2014/main" id="{48A5DC2A-FFBC-59BC-FB83-201D8ADFAC7A}"/>
                </a:ext>
              </a:extLst>
            </p:cNvPr>
            <p:cNvSpPr/>
            <p:nvPr/>
          </p:nvSpPr>
          <p:spPr>
            <a:xfrm>
              <a:off x="6447035" y="3113337"/>
              <a:ext cx="111731" cy="114948"/>
            </a:xfrm>
            <a:prstGeom prst="ellipse">
              <a:avLst/>
            </a:prstGeom>
            <a:noFill/>
            <a:ln w="14604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6" name="Ellipse 255">
              <a:extLst>
                <a:ext uri="{FF2B5EF4-FFF2-40B4-BE49-F238E27FC236}">
                  <a16:creationId xmlns:a16="http://schemas.microsoft.com/office/drawing/2014/main" id="{B622B953-FED4-97BA-0DCE-1CEF4DB8D578}"/>
                </a:ext>
              </a:extLst>
            </p:cNvPr>
            <p:cNvSpPr/>
            <p:nvPr/>
          </p:nvSpPr>
          <p:spPr>
            <a:xfrm>
              <a:off x="6182388" y="2984307"/>
              <a:ext cx="111731" cy="114948"/>
            </a:xfrm>
            <a:prstGeom prst="ellipse">
              <a:avLst/>
            </a:prstGeom>
            <a:noFill/>
            <a:ln w="14604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7" name="Ellipse 256">
              <a:extLst>
                <a:ext uri="{FF2B5EF4-FFF2-40B4-BE49-F238E27FC236}">
                  <a16:creationId xmlns:a16="http://schemas.microsoft.com/office/drawing/2014/main" id="{398ABFB5-1653-2A83-DE1D-A51E82A51F3E}"/>
                </a:ext>
              </a:extLst>
            </p:cNvPr>
            <p:cNvSpPr/>
            <p:nvPr/>
          </p:nvSpPr>
          <p:spPr>
            <a:xfrm>
              <a:off x="6210095" y="3210778"/>
              <a:ext cx="54000" cy="54000"/>
            </a:xfrm>
            <a:prstGeom prst="ellipse">
              <a:avLst/>
            </a:prstGeom>
            <a:noFill/>
            <a:ln w="14604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8" name="Ellipse 257">
              <a:extLst>
                <a:ext uri="{FF2B5EF4-FFF2-40B4-BE49-F238E27FC236}">
                  <a16:creationId xmlns:a16="http://schemas.microsoft.com/office/drawing/2014/main" id="{0CFE8E69-EB9D-7E7E-19DF-B5943A1F7766}"/>
                </a:ext>
              </a:extLst>
            </p:cNvPr>
            <p:cNvSpPr/>
            <p:nvPr/>
          </p:nvSpPr>
          <p:spPr>
            <a:xfrm>
              <a:off x="6424099" y="3024984"/>
              <a:ext cx="54000" cy="54000"/>
            </a:xfrm>
            <a:prstGeom prst="ellipse">
              <a:avLst/>
            </a:prstGeom>
            <a:noFill/>
            <a:ln w="14604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0" name="Ellipse 209">
              <a:extLst>
                <a:ext uri="{FF2B5EF4-FFF2-40B4-BE49-F238E27FC236}">
                  <a16:creationId xmlns:a16="http://schemas.microsoft.com/office/drawing/2014/main" id="{EC138EA1-A993-20D2-6E29-881D341AD1F6}"/>
                </a:ext>
              </a:extLst>
            </p:cNvPr>
            <p:cNvSpPr/>
            <p:nvPr/>
          </p:nvSpPr>
          <p:spPr>
            <a:xfrm>
              <a:off x="6361262" y="3255513"/>
              <a:ext cx="54000" cy="54000"/>
            </a:xfrm>
            <a:prstGeom prst="ellipse">
              <a:avLst/>
            </a:prstGeom>
            <a:noFill/>
            <a:ln w="14604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19" name="Connecteur droit 218">
              <a:extLst>
                <a:ext uri="{FF2B5EF4-FFF2-40B4-BE49-F238E27FC236}">
                  <a16:creationId xmlns:a16="http://schemas.microsoft.com/office/drawing/2014/main" id="{FE4B6832-7318-F50A-4BCF-9B06ADE3D349}"/>
                </a:ext>
              </a:extLst>
            </p:cNvPr>
            <p:cNvCxnSpPr>
              <a:cxnSpLocks/>
            </p:cNvCxnSpPr>
            <p:nvPr/>
          </p:nvCxnSpPr>
          <p:spPr>
            <a:xfrm>
              <a:off x="6397937" y="3150430"/>
              <a:ext cx="54269" cy="14428"/>
            </a:xfrm>
            <a:prstGeom prst="line">
              <a:avLst/>
            </a:prstGeom>
            <a:ln w="14604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eur droit 220">
              <a:extLst>
                <a:ext uri="{FF2B5EF4-FFF2-40B4-BE49-F238E27FC236}">
                  <a16:creationId xmlns:a16="http://schemas.microsoft.com/office/drawing/2014/main" id="{F5FECF17-DABF-C520-8E92-6D2E8B99FDC8}"/>
                </a:ext>
              </a:extLst>
            </p:cNvPr>
            <p:cNvCxnSpPr>
              <a:cxnSpLocks/>
              <a:stCxn id="210" idx="7"/>
              <a:endCxn id="255" idx="3"/>
            </p:cNvCxnSpPr>
            <p:nvPr/>
          </p:nvCxnSpPr>
          <p:spPr>
            <a:xfrm flipV="1">
              <a:off x="6407354" y="3211451"/>
              <a:ext cx="56044" cy="51970"/>
            </a:xfrm>
            <a:prstGeom prst="line">
              <a:avLst/>
            </a:prstGeom>
            <a:ln w="14604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cteur droit 260">
              <a:extLst>
                <a:ext uri="{FF2B5EF4-FFF2-40B4-BE49-F238E27FC236}">
                  <a16:creationId xmlns:a16="http://schemas.microsoft.com/office/drawing/2014/main" id="{1142027F-028C-AFBC-C9AF-B3D29F244583}"/>
                </a:ext>
              </a:extLst>
            </p:cNvPr>
            <p:cNvCxnSpPr>
              <a:cxnSpLocks/>
              <a:stCxn id="249" idx="7"/>
              <a:endCxn id="258" idx="3"/>
            </p:cNvCxnSpPr>
            <p:nvPr/>
          </p:nvCxnSpPr>
          <p:spPr>
            <a:xfrm flipV="1">
              <a:off x="6387924" y="3071076"/>
              <a:ext cx="44083" cy="35539"/>
            </a:xfrm>
            <a:prstGeom prst="line">
              <a:avLst/>
            </a:prstGeom>
            <a:ln w="14604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cteur droit 264">
              <a:extLst>
                <a:ext uri="{FF2B5EF4-FFF2-40B4-BE49-F238E27FC236}">
                  <a16:creationId xmlns:a16="http://schemas.microsoft.com/office/drawing/2014/main" id="{09B249F0-09C5-0FBF-CE33-5059533F774B}"/>
                </a:ext>
              </a:extLst>
            </p:cNvPr>
            <p:cNvCxnSpPr>
              <a:cxnSpLocks/>
              <a:stCxn id="210" idx="1"/>
              <a:endCxn id="249" idx="4"/>
            </p:cNvCxnSpPr>
            <p:nvPr/>
          </p:nvCxnSpPr>
          <p:spPr>
            <a:xfrm flipH="1" flipV="1">
              <a:off x="6348422" y="3204729"/>
              <a:ext cx="20748" cy="58692"/>
            </a:xfrm>
            <a:prstGeom prst="line">
              <a:avLst/>
            </a:prstGeom>
            <a:ln w="14604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cteur droit 271">
              <a:extLst>
                <a:ext uri="{FF2B5EF4-FFF2-40B4-BE49-F238E27FC236}">
                  <a16:creationId xmlns:a16="http://schemas.microsoft.com/office/drawing/2014/main" id="{4E7DBC1C-7D9E-0136-FD4A-F8588E49C623}"/>
                </a:ext>
              </a:extLst>
            </p:cNvPr>
            <p:cNvCxnSpPr>
              <a:cxnSpLocks/>
              <a:stCxn id="257" idx="7"/>
              <a:endCxn id="249" idx="3"/>
            </p:cNvCxnSpPr>
            <p:nvPr/>
          </p:nvCxnSpPr>
          <p:spPr>
            <a:xfrm flipV="1">
              <a:off x="6256187" y="3187895"/>
              <a:ext cx="52732" cy="30791"/>
            </a:xfrm>
            <a:prstGeom prst="line">
              <a:avLst/>
            </a:prstGeom>
            <a:ln w="14604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cteur droit 275">
              <a:extLst>
                <a:ext uri="{FF2B5EF4-FFF2-40B4-BE49-F238E27FC236}">
                  <a16:creationId xmlns:a16="http://schemas.microsoft.com/office/drawing/2014/main" id="{50AEA016-44E6-D8CD-FBF8-C4AF1A50ED44}"/>
                </a:ext>
              </a:extLst>
            </p:cNvPr>
            <p:cNvCxnSpPr>
              <a:cxnSpLocks/>
              <a:stCxn id="258" idx="2"/>
              <a:endCxn id="256" idx="6"/>
            </p:cNvCxnSpPr>
            <p:nvPr/>
          </p:nvCxnSpPr>
          <p:spPr>
            <a:xfrm flipH="1" flipV="1">
              <a:off x="6294119" y="3041781"/>
              <a:ext cx="129980" cy="10203"/>
            </a:xfrm>
            <a:prstGeom prst="line">
              <a:avLst/>
            </a:prstGeom>
            <a:ln w="14604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eur droit 278">
              <a:extLst>
                <a:ext uri="{FF2B5EF4-FFF2-40B4-BE49-F238E27FC236}">
                  <a16:creationId xmlns:a16="http://schemas.microsoft.com/office/drawing/2014/main" id="{70471000-D017-6171-D384-EF9943D6C511}"/>
                </a:ext>
              </a:extLst>
            </p:cNvPr>
            <p:cNvCxnSpPr>
              <a:cxnSpLocks/>
              <a:stCxn id="249" idx="1"/>
              <a:endCxn id="256" idx="5"/>
            </p:cNvCxnSpPr>
            <p:nvPr/>
          </p:nvCxnSpPr>
          <p:spPr>
            <a:xfrm flipH="1" flipV="1">
              <a:off x="6277756" y="3082421"/>
              <a:ext cx="31163" cy="24194"/>
            </a:xfrm>
            <a:prstGeom prst="line">
              <a:avLst/>
            </a:prstGeom>
            <a:ln w="14604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Groupe 314">
            <a:extLst>
              <a:ext uri="{FF2B5EF4-FFF2-40B4-BE49-F238E27FC236}">
                <a16:creationId xmlns:a16="http://schemas.microsoft.com/office/drawing/2014/main" id="{1B550383-8A08-3585-358C-4536EDEF1A90}"/>
              </a:ext>
            </a:extLst>
          </p:cNvPr>
          <p:cNvGrpSpPr/>
          <p:nvPr/>
        </p:nvGrpSpPr>
        <p:grpSpPr>
          <a:xfrm>
            <a:off x="1866993" y="4223380"/>
            <a:ext cx="413586" cy="300827"/>
            <a:chOff x="1866993" y="4223380"/>
            <a:chExt cx="413586" cy="300827"/>
          </a:xfrm>
        </p:grpSpPr>
        <p:sp>
          <p:nvSpPr>
            <p:cNvPr id="289" name="Arc 288">
              <a:extLst>
                <a:ext uri="{FF2B5EF4-FFF2-40B4-BE49-F238E27FC236}">
                  <a16:creationId xmlns:a16="http://schemas.microsoft.com/office/drawing/2014/main" id="{6A8087B3-6F4B-7C9D-F045-A08A1B49F60C}"/>
                </a:ext>
              </a:extLst>
            </p:cNvPr>
            <p:cNvSpPr/>
            <p:nvPr/>
          </p:nvSpPr>
          <p:spPr>
            <a:xfrm>
              <a:off x="2000066" y="4423407"/>
              <a:ext cx="100800" cy="100800"/>
            </a:xfrm>
            <a:prstGeom prst="arc">
              <a:avLst>
                <a:gd name="adj1" fmla="val 15640526"/>
                <a:gd name="adj2" fmla="val 11481107"/>
              </a:avLst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91" name="Connecteur droit 290">
              <a:extLst>
                <a:ext uri="{FF2B5EF4-FFF2-40B4-BE49-F238E27FC236}">
                  <a16:creationId xmlns:a16="http://schemas.microsoft.com/office/drawing/2014/main" id="{C525D2F3-A25E-B2C7-0FF7-F8C27CEC2C18}"/>
                </a:ext>
              </a:extLst>
            </p:cNvPr>
            <p:cNvCxnSpPr>
              <a:cxnSpLocks/>
              <a:stCxn id="289" idx="0"/>
            </p:cNvCxnSpPr>
            <p:nvPr/>
          </p:nvCxnSpPr>
          <p:spPr>
            <a:xfrm flipH="1" flipV="1">
              <a:off x="1890818" y="4423721"/>
              <a:ext cx="151482" cy="352"/>
            </a:xfrm>
            <a:prstGeom prst="line">
              <a:avLst/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necteur droit 297">
              <a:extLst>
                <a:ext uri="{FF2B5EF4-FFF2-40B4-BE49-F238E27FC236}">
                  <a16:creationId xmlns:a16="http://schemas.microsoft.com/office/drawing/2014/main" id="{1875411E-7838-EBD0-0C85-523CFC0052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6993" y="4376619"/>
              <a:ext cx="360011" cy="0"/>
            </a:xfrm>
            <a:prstGeom prst="line">
              <a:avLst/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2" name="Arc 301">
              <a:extLst>
                <a:ext uri="{FF2B5EF4-FFF2-40B4-BE49-F238E27FC236}">
                  <a16:creationId xmlns:a16="http://schemas.microsoft.com/office/drawing/2014/main" id="{0B10CDC9-201C-32D4-87FE-75F6A2306FAE}"/>
                </a:ext>
              </a:extLst>
            </p:cNvPr>
            <p:cNvSpPr/>
            <p:nvPr/>
          </p:nvSpPr>
          <p:spPr>
            <a:xfrm>
              <a:off x="2179779" y="4376182"/>
              <a:ext cx="100800" cy="100800"/>
            </a:xfrm>
            <a:prstGeom prst="arc">
              <a:avLst>
                <a:gd name="adj1" fmla="val 15640526"/>
                <a:gd name="adj2" fmla="val 11442570"/>
              </a:avLst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03" name="Connecteur droit 302">
              <a:extLst>
                <a:ext uri="{FF2B5EF4-FFF2-40B4-BE49-F238E27FC236}">
                  <a16:creationId xmlns:a16="http://schemas.microsoft.com/office/drawing/2014/main" id="{7A764C2F-4274-A9DC-3EA2-383A59CF28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3668" y="4325819"/>
              <a:ext cx="237555" cy="0"/>
            </a:xfrm>
            <a:prstGeom prst="line">
              <a:avLst/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Arc 304">
              <a:extLst>
                <a:ext uri="{FF2B5EF4-FFF2-40B4-BE49-F238E27FC236}">
                  <a16:creationId xmlns:a16="http://schemas.microsoft.com/office/drawing/2014/main" id="{292B170A-51E8-4F27-8E1E-791728DD0857}"/>
                </a:ext>
              </a:extLst>
            </p:cNvPr>
            <p:cNvSpPr/>
            <p:nvPr/>
          </p:nvSpPr>
          <p:spPr>
            <a:xfrm>
              <a:off x="2127578" y="4223380"/>
              <a:ext cx="100800" cy="100800"/>
            </a:xfrm>
            <a:prstGeom prst="arc">
              <a:avLst>
                <a:gd name="adj1" fmla="val 10274091"/>
                <a:gd name="adj2" fmla="val 5925472"/>
              </a:avLst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14" name="Groupe 313">
            <a:extLst>
              <a:ext uri="{FF2B5EF4-FFF2-40B4-BE49-F238E27FC236}">
                <a16:creationId xmlns:a16="http://schemas.microsoft.com/office/drawing/2014/main" id="{44942FB4-35FB-C532-8607-41A3A1D1581D}"/>
              </a:ext>
            </a:extLst>
          </p:cNvPr>
          <p:cNvGrpSpPr/>
          <p:nvPr/>
        </p:nvGrpSpPr>
        <p:grpSpPr>
          <a:xfrm>
            <a:off x="2912013" y="6105196"/>
            <a:ext cx="413586" cy="300827"/>
            <a:chOff x="2019393" y="4375780"/>
            <a:chExt cx="413586" cy="300827"/>
          </a:xfrm>
        </p:grpSpPr>
        <p:sp>
          <p:nvSpPr>
            <p:cNvPr id="307" name="Arc 306">
              <a:extLst>
                <a:ext uri="{FF2B5EF4-FFF2-40B4-BE49-F238E27FC236}">
                  <a16:creationId xmlns:a16="http://schemas.microsoft.com/office/drawing/2014/main" id="{8BD40CFB-0D7A-B841-AA5A-FF1A3C357C7E}"/>
                </a:ext>
              </a:extLst>
            </p:cNvPr>
            <p:cNvSpPr/>
            <p:nvPr/>
          </p:nvSpPr>
          <p:spPr>
            <a:xfrm>
              <a:off x="2152466" y="4575807"/>
              <a:ext cx="100800" cy="100800"/>
            </a:xfrm>
            <a:prstGeom prst="arc">
              <a:avLst>
                <a:gd name="adj1" fmla="val 15640526"/>
                <a:gd name="adj2" fmla="val 11481107"/>
              </a:avLst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09" name="Connecteur droit 308">
              <a:extLst>
                <a:ext uri="{FF2B5EF4-FFF2-40B4-BE49-F238E27FC236}">
                  <a16:creationId xmlns:a16="http://schemas.microsoft.com/office/drawing/2014/main" id="{BB832691-6E2D-7E57-D4C3-DFE09F73C82B}"/>
                </a:ext>
              </a:extLst>
            </p:cNvPr>
            <p:cNvCxnSpPr>
              <a:cxnSpLocks/>
              <a:stCxn id="307" idx="0"/>
            </p:cNvCxnSpPr>
            <p:nvPr/>
          </p:nvCxnSpPr>
          <p:spPr>
            <a:xfrm flipH="1" flipV="1">
              <a:off x="2043218" y="4576121"/>
              <a:ext cx="151482" cy="352"/>
            </a:xfrm>
            <a:prstGeom prst="line">
              <a:avLst/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necteur droit 309">
              <a:extLst>
                <a:ext uri="{FF2B5EF4-FFF2-40B4-BE49-F238E27FC236}">
                  <a16:creationId xmlns:a16="http://schemas.microsoft.com/office/drawing/2014/main" id="{0D7CEC23-3FBB-F0FE-F5DD-65E147401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19393" y="4529019"/>
              <a:ext cx="360011" cy="0"/>
            </a:xfrm>
            <a:prstGeom prst="line">
              <a:avLst/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Arc 310">
              <a:extLst>
                <a:ext uri="{FF2B5EF4-FFF2-40B4-BE49-F238E27FC236}">
                  <a16:creationId xmlns:a16="http://schemas.microsoft.com/office/drawing/2014/main" id="{3D99BB64-B304-CAE4-1DFD-3FDAAC43DA19}"/>
                </a:ext>
              </a:extLst>
            </p:cNvPr>
            <p:cNvSpPr/>
            <p:nvPr/>
          </p:nvSpPr>
          <p:spPr>
            <a:xfrm>
              <a:off x="2332179" y="4528582"/>
              <a:ext cx="100800" cy="100800"/>
            </a:xfrm>
            <a:prstGeom prst="arc">
              <a:avLst>
                <a:gd name="adj1" fmla="val 15640526"/>
                <a:gd name="adj2" fmla="val 11442570"/>
              </a:avLst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12" name="Connecteur droit 311">
              <a:extLst>
                <a:ext uri="{FF2B5EF4-FFF2-40B4-BE49-F238E27FC236}">
                  <a16:creationId xmlns:a16="http://schemas.microsoft.com/office/drawing/2014/main" id="{0F32D37C-940A-F8F1-BEBB-BCF04AC37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86068" y="4478219"/>
              <a:ext cx="237555" cy="0"/>
            </a:xfrm>
            <a:prstGeom prst="line">
              <a:avLst/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Arc 312">
              <a:extLst>
                <a:ext uri="{FF2B5EF4-FFF2-40B4-BE49-F238E27FC236}">
                  <a16:creationId xmlns:a16="http://schemas.microsoft.com/office/drawing/2014/main" id="{EAB72481-F43D-4407-9B5C-97770CDB143D}"/>
                </a:ext>
              </a:extLst>
            </p:cNvPr>
            <p:cNvSpPr/>
            <p:nvPr/>
          </p:nvSpPr>
          <p:spPr>
            <a:xfrm>
              <a:off x="2279978" y="4375780"/>
              <a:ext cx="100800" cy="100800"/>
            </a:xfrm>
            <a:prstGeom prst="arc">
              <a:avLst>
                <a:gd name="adj1" fmla="val 10274091"/>
                <a:gd name="adj2" fmla="val 5925472"/>
              </a:avLst>
            </a:prstGeom>
            <a:ln w="14604">
              <a:solidFill>
                <a:srgbClr val="A02A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5448038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23133</TotalTime>
  <Words>87</Words>
  <Application>Microsoft Macintosh PowerPoint</Application>
  <PresentationFormat>Personnalisé</PresentationFormat>
  <Paragraphs>53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Cambria Math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Maylis  LAYAN</dc:creator>
  <cp:lastModifiedBy>Maylis  LAYAN</cp:lastModifiedBy>
  <cp:revision>254</cp:revision>
  <dcterms:created xsi:type="dcterms:W3CDTF">2024-10-21T12:07:10Z</dcterms:created>
  <dcterms:modified xsi:type="dcterms:W3CDTF">2026-06-04T13:19:06Z</dcterms:modified>
</cp:coreProperties>
</file>