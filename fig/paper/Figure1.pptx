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08" r:id="rId1"/>
  </p:sldMasterIdLst>
  <p:notesMasterIdLst>
    <p:notesMasterId r:id="rId3"/>
  </p:notesMasterIdLst>
  <p:sldIdLst>
    <p:sldId id="328" r:id="rId2"/>
  </p:sldIdLst>
  <p:sldSz cx="6840538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CAEC"/>
    <a:srgbClr val="A2D2FC"/>
    <a:srgbClr val="9BCAEC"/>
    <a:srgbClr val="C5D3E1"/>
    <a:srgbClr val="A5D5FF"/>
    <a:srgbClr val="A4CEF7"/>
    <a:srgbClr val="A6CDF0"/>
    <a:srgbClr val="000000"/>
    <a:srgbClr val="A24E12"/>
    <a:srgbClr val="E46D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197"/>
  </p:normalViewPr>
  <p:slideViewPr>
    <p:cSldViewPr snapToGrid="0">
      <p:cViewPr>
        <p:scale>
          <a:sx n="260" d="100"/>
          <a:sy n="260" d="100"/>
        </p:scale>
        <p:origin x="-856" y="-37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7B-4944-AC54-9BCE6450CD7F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Mask wearing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B7B-4944-AC54-9BCE6450CD7F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Ventilation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7B-4944-AC54-9BCE6450CD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axId val="472954127"/>
        <c:axId val="472955839"/>
      </c:barChart>
      <c:catAx>
        <c:axId val="4729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5839"/>
        <c:crosses val="autoZero"/>
        <c:auto val="1"/>
        <c:lblAlgn val="ctr"/>
        <c:lblOffset val="100"/>
        <c:tickMarkSkip val="5"/>
        <c:noMultiLvlLbl val="0"/>
      </c:catAx>
      <c:valAx>
        <c:axId val="4729558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sz="1000" dirty="0">
                    <a:solidFill>
                      <a:schemeClr val="tx1"/>
                    </a:solidFill>
                  </a:rPr>
                  <a:t>Cumulative incidence</a:t>
                </a:r>
              </a:p>
            </c:rich>
          </c:tx>
          <c:layout>
            <c:manualLayout>
              <c:xMode val="edge"/>
              <c:yMode val="edge"/>
              <c:x val="4.3695556104188904E-2"/>
              <c:y val="0.1079685106013175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ayout>
        <c:manualLayout>
          <c:xMode val="edge"/>
          <c:yMode val="edge"/>
          <c:x val="0.66925375143315202"/>
          <c:y val="0.19700899832048982"/>
          <c:w val="0.33074624856684792"/>
          <c:h val="0.6507950752001148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063745-338C-6544-A5D2-E98827DF5448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097088" y="1143000"/>
            <a:ext cx="26638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742CC-D7CB-C94E-A35B-9EC7209FC9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4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041" y="1296173"/>
            <a:ext cx="5814457" cy="2757347"/>
          </a:xfrm>
        </p:spPr>
        <p:txBody>
          <a:bodyPr anchor="b"/>
          <a:lstStyle>
            <a:lvl1pPr algn="ctr"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5067" y="4159854"/>
            <a:ext cx="5130404" cy="1912175"/>
          </a:xfrm>
        </p:spPr>
        <p:txBody>
          <a:bodyPr/>
          <a:lstStyle>
            <a:lvl1pPr marL="0" indent="0" algn="ctr">
              <a:buNone/>
              <a:defRPr sz="1795"/>
            </a:lvl1pPr>
            <a:lvl2pPr marL="342031" indent="0" algn="ctr">
              <a:buNone/>
              <a:defRPr sz="1496"/>
            </a:lvl2pPr>
            <a:lvl3pPr marL="684063" indent="0" algn="ctr">
              <a:buNone/>
              <a:defRPr sz="1347"/>
            </a:lvl3pPr>
            <a:lvl4pPr marL="1026094" indent="0" algn="ctr">
              <a:buNone/>
              <a:defRPr sz="1197"/>
            </a:lvl4pPr>
            <a:lvl5pPr marL="1368125" indent="0" algn="ctr">
              <a:buNone/>
              <a:defRPr sz="1197"/>
            </a:lvl5pPr>
            <a:lvl6pPr marL="1710157" indent="0" algn="ctr">
              <a:buNone/>
              <a:defRPr sz="1197"/>
            </a:lvl6pPr>
            <a:lvl7pPr marL="2052188" indent="0" algn="ctr">
              <a:buNone/>
              <a:defRPr sz="1197"/>
            </a:lvl7pPr>
            <a:lvl8pPr marL="2394219" indent="0" algn="ctr">
              <a:buNone/>
              <a:defRPr sz="1197"/>
            </a:lvl8pPr>
            <a:lvl9pPr marL="2736251" indent="0" algn="ctr">
              <a:buNone/>
              <a:defRPr sz="1197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89CB-2992-504C-8485-488CC4F9911A}" type="datetime1">
              <a:rPr lang="fr-FR" smtClean="0"/>
              <a:t>01/04/2026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4640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46230-44E5-7149-A9C0-9697288E77C8}" type="datetime1">
              <a:rPr lang="fr-FR" smtClean="0"/>
              <a:t>01/04/2026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1850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725" y="1974512"/>
            <a:ext cx="5899964" cy="3294515"/>
          </a:xfrm>
        </p:spPr>
        <p:txBody>
          <a:bodyPr anchor="b"/>
          <a:lstStyle>
            <a:lvl1pPr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725" y="5300194"/>
            <a:ext cx="5899964" cy="1732508"/>
          </a:xfrm>
        </p:spPr>
        <p:txBody>
          <a:bodyPr/>
          <a:lstStyle>
            <a:lvl1pPr marL="0" indent="0">
              <a:buNone/>
              <a:defRPr sz="1795">
                <a:solidFill>
                  <a:schemeClr val="tx1">
                    <a:tint val="82000"/>
                  </a:schemeClr>
                </a:solidFill>
              </a:defRPr>
            </a:lvl1pPr>
            <a:lvl2pPr marL="342031" indent="0">
              <a:buNone/>
              <a:defRPr sz="1496">
                <a:solidFill>
                  <a:schemeClr val="tx1">
                    <a:tint val="82000"/>
                  </a:schemeClr>
                </a:solidFill>
              </a:defRPr>
            </a:lvl2pPr>
            <a:lvl3pPr marL="684063" indent="0">
              <a:buNone/>
              <a:defRPr sz="1347">
                <a:solidFill>
                  <a:schemeClr val="tx1">
                    <a:tint val="82000"/>
                  </a:schemeClr>
                </a:solidFill>
              </a:defRPr>
            </a:lvl3pPr>
            <a:lvl4pPr marL="1026094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4pPr>
            <a:lvl5pPr marL="1368125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5pPr>
            <a:lvl6pPr marL="1710157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6pPr>
            <a:lvl7pPr marL="2052188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7pPr>
            <a:lvl8pPr marL="239421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8pPr>
            <a:lvl9pPr marL="2736251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6C6B8-87C5-9042-8379-57F3FAAEA27C}" type="datetime1">
              <a:rPr lang="fr-FR" smtClean="0"/>
              <a:t>01/04/2026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0713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0287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3022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B3B7F-FB76-574A-A50A-1B727FB2048E}" type="datetime1">
              <a:rPr lang="fr-FR" smtClean="0"/>
              <a:t>01/04/2026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188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421671"/>
            <a:ext cx="5899964" cy="153084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179" y="1941510"/>
            <a:ext cx="2893868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1179" y="2893014"/>
            <a:ext cx="2893868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63023" y="1941510"/>
            <a:ext cx="2908120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63023" y="2893014"/>
            <a:ext cx="2908120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74428-84BA-3B4B-B43B-C65A92789810}" type="datetime1">
              <a:rPr lang="fr-FR" smtClean="0"/>
              <a:t>01/04/2026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805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830CD-A919-E446-A668-AE81763E5C43}" type="datetime1">
              <a:rPr lang="fr-FR" smtClean="0"/>
              <a:t>01/04/2026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3408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B997D-B6C7-6B4B-B04D-489C2B815439}" type="datetime1">
              <a:rPr lang="fr-FR" smtClean="0"/>
              <a:t>01/04/2026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777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8120" y="1140341"/>
            <a:ext cx="3463022" cy="5628360"/>
          </a:xfrm>
        </p:spPr>
        <p:txBody>
          <a:bodyPr/>
          <a:lstStyle>
            <a:lvl1pPr>
              <a:defRPr sz="2394"/>
            </a:lvl1pPr>
            <a:lvl2pPr>
              <a:defRPr sz="2095"/>
            </a:lvl2pPr>
            <a:lvl3pPr>
              <a:defRPr sz="1795"/>
            </a:lvl3pPr>
            <a:lvl4pPr>
              <a:defRPr sz="1496"/>
            </a:lvl4pPr>
            <a:lvl5pPr>
              <a:defRPr sz="1496"/>
            </a:lvl5pPr>
            <a:lvl6pPr>
              <a:defRPr sz="1496"/>
            </a:lvl6pPr>
            <a:lvl7pPr>
              <a:defRPr sz="1496"/>
            </a:lvl7pPr>
            <a:lvl8pPr>
              <a:defRPr sz="1496"/>
            </a:lvl8pPr>
            <a:lvl9pPr>
              <a:defRPr sz="1496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12FBC-18EE-0C4F-A90A-8E31346EA436}" type="datetime1">
              <a:rPr lang="fr-FR" smtClean="0"/>
              <a:t>01/04/2026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95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08120" y="1140341"/>
            <a:ext cx="3463022" cy="5628360"/>
          </a:xfrm>
        </p:spPr>
        <p:txBody>
          <a:bodyPr anchor="t"/>
          <a:lstStyle>
            <a:lvl1pPr marL="0" indent="0">
              <a:buNone/>
              <a:defRPr sz="2394"/>
            </a:lvl1pPr>
            <a:lvl2pPr marL="342031" indent="0">
              <a:buNone/>
              <a:defRPr sz="2095"/>
            </a:lvl2pPr>
            <a:lvl3pPr marL="684063" indent="0">
              <a:buNone/>
              <a:defRPr sz="1795"/>
            </a:lvl3pPr>
            <a:lvl4pPr marL="1026094" indent="0">
              <a:buNone/>
              <a:defRPr sz="1496"/>
            </a:lvl4pPr>
            <a:lvl5pPr marL="1368125" indent="0">
              <a:buNone/>
              <a:defRPr sz="1496"/>
            </a:lvl5pPr>
            <a:lvl6pPr marL="1710157" indent="0">
              <a:buNone/>
              <a:defRPr sz="1496"/>
            </a:lvl6pPr>
            <a:lvl7pPr marL="2052188" indent="0">
              <a:buNone/>
              <a:defRPr sz="1496"/>
            </a:lvl7pPr>
            <a:lvl8pPr marL="2394219" indent="0">
              <a:buNone/>
              <a:defRPr sz="1496"/>
            </a:lvl8pPr>
            <a:lvl9pPr marL="2736251" indent="0">
              <a:buNone/>
              <a:defRPr sz="1496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D74E3-20C5-3843-8BB5-9F1E31E1AB26}" type="datetime1">
              <a:rPr lang="fr-FR" smtClean="0"/>
              <a:t>01/04/2026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2431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3FA36-0741-BA4C-B4B5-15DB72BF03A1}" type="datetime1">
              <a:rPr lang="fr-FR" smtClean="0"/>
              <a:t>01/04/2026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8955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95260" y="421669"/>
            <a:ext cx="1474991" cy="6711866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0288" y="421669"/>
            <a:ext cx="4339466" cy="6711866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C4263-710C-0844-9D48-8CC43FD5ED7E}" type="datetime1">
              <a:rPr lang="fr-FR" smtClean="0"/>
              <a:t>01/04/2026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443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0287" y="421671"/>
            <a:ext cx="5899964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0287" y="2108344"/>
            <a:ext cx="5899964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0287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C8098D-FEF3-9840-8384-7EB58056CD3E}" type="datetime1">
              <a:rPr lang="fr-FR" smtClean="0"/>
              <a:t>01/04/2026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65928" y="7340703"/>
            <a:ext cx="2308682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31130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864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9" r:id="rId1"/>
    <p:sldLayoutId id="2147484210" r:id="rId2"/>
    <p:sldLayoutId id="2147484211" r:id="rId3"/>
    <p:sldLayoutId id="2147484212" r:id="rId4"/>
    <p:sldLayoutId id="2147484213" r:id="rId5"/>
    <p:sldLayoutId id="2147484214" r:id="rId6"/>
    <p:sldLayoutId id="2147484215" r:id="rId7"/>
    <p:sldLayoutId id="2147484216" r:id="rId8"/>
    <p:sldLayoutId id="2147484217" r:id="rId9"/>
    <p:sldLayoutId id="2147484218" r:id="rId10"/>
    <p:sldLayoutId id="2147484219" r:id="rId11"/>
  </p:sldLayoutIdLst>
  <p:hf hdr="0" ftr="0" dt="0"/>
  <p:txStyles>
    <p:titleStyle>
      <a:lvl1pPr algn="l" defTabSz="684063" rtl="0" eaLnBrk="1" latinLnBrk="0" hangingPunct="1">
        <a:lnSpc>
          <a:spcPct val="90000"/>
        </a:lnSpc>
        <a:spcBef>
          <a:spcPct val="0"/>
        </a:spcBef>
        <a:buNone/>
        <a:defRPr sz="32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016" indent="-171016" algn="l" defTabSz="684063" rtl="0" eaLnBrk="1" latinLnBrk="0" hangingPunct="1">
        <a:lnSpc>
          <a:spcPct val="90000"/>
        </a:lnSpc>
        <a:spcBef>
          <a:spcPts val="748"/>
        </a:spcBef>
        <a:buFont typeface="Arial" panose="020B0604020202020204" pitchFamily="34" charset="0"/>
        <a:buChar char="•"/>
        <a:defRPr sz="2095" kern="1200">
          <a:solidFill>
            <a:schemeClr val="tx1"/>
          </a:solidFill>
          <a:latin typeface="+mn-lt"/>
          <a:ea typeface="+mn-ea"/>
          <a:cs typeface="+mn-cs"/>
        </a:defRPr>
      </a:lvl1pPr>
      <a:lvl2pPr marL="513047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855078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496" kern="1200">
          <a:solidFill>
            <a:schemeClr val="tx1"/>
          </a:solidFill>
          <a:latin typeface="+mn-lt"/>
          <a:ea typeface="+mn-ea"/>
          <a:cs typeface="+mn-cs"/>
        </a:defRPr>
      </a:lvl3pPr>
      <a:lvl4pPr marL="1197110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539141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881172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223204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565235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907266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1pPr>
      <a:lvl2pPr marL="34203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2pPr>
      <a:lvl3pPr marL="684063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3pPr>
      <a:lvl4pPr marL="1026094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368125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710157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052188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394219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73625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79" userDrawn="1">
          <p15:clr>
            <a:srgbClr val="F26B43"/>
          </p15:clr>
        </p15:guide>
        <p15:guide id="2" orient="horz" pos="1664" userDrawn="1">
          <p15:clr>
            <a:srgbClr val="F26B43"/>
          </p15:clr>
        </p15:guide>
        <p15:guide id="3" orient="horz" pos="4270" userDrawn="1">
          <p15:clr>
            <a:srgbClr val="F26B43"/>
          </p15:clr>
        </p15:guide>
        <p15:guide id="4" orient="horz" pos="499" userDrawn="1">
          <p15:clr>
            <a:srgbClr val="F26B43"/>
          </p15:clr>
        </p15:guide>
        <p15:guide id="5" orient="horz" pos="1746" userDrawn="1">
          <p15:clr>
            <a:srgbClr val="F26B43"/>
          </p15:clr>
        </p15:guide>
        <p15:guide id="6" pos="3878" userDrawn="1">
          <p15:clr>
            <a:srgbClr val="F26B43"/>
          </p15:clr>
        </p15:guide>
        <p15:guide id="7" pos="526" userDrawn="1">
          <p15:clr>
            <a:srgbClr val="F26B43"/>
          </p15:clr>
        </p15:guide>
        <p15:guide id="8" pos="4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8" Type="http://schemas.openxmlformats.org/officeDocument/2006/relationships/image" Target="../media/image16.png"/><Relationship Id="rId26" Type="http://schemas.openxmlformats.org/officeDocument/2006/relationships/image" Target="../media/image12.svg"/><Relationship Id="rId3" Type="http://schemas.openxmlformats.org/officeDocument/2006/relationships/image" Target="../media/image2.svg"/><Relationship Id="rId21" Type="http://schemas.openxmlformats.org/officeDocument/2006/relationships/image" Target="../media/image10.svg"/><Relationship Id="rId7" Type="http://schemas.openxmlformats.org/officeDocument/2006/relationships/image" Target="../media/image5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image" Target="../media/image1.svg"/><Relationship Id="rId20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4.svg"/><Relationship Id="rId28" Type="http://schemas.openxmlformats.org/officeDocument/2006/relationships/image" Target="../media/image14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3.svg"/><Relationship Id="rId9" Type="http://schemas.openxmlformats.org/officeDocument/2006/relationships/image" Target="../media/image7.svg"/><Relationship Id="rId22" Type="http://schemas.openxmlformats.org/officeDocument/2006/relationships/image" Target="../media/image11.svg"/><Relationship Id="rId27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ZoneTexte 42">
            <a:extLst>
              <a:ext uri="{FF2B5EF4-FFF2-40B4-BE49-F238E27FC236}">
                <a16:creationId xmlns:a16="http://schemas.microsoft.com/office/drawing/2014/main" id="{BE1A1DA1-FF1F-B665-E1DF-8AC6D1FE415E}"/>
              </a:ext>
            </a:extLst>
          </p:cNvPr>
          <p:cNvSpPr txBox="1"/>
          <p:nvPr/>
        </p:nvSpPr>
        <p:spPr>
          <a:xfrm>
            <a:off x="71763" y="48096"/>
            <a:ext cx="1729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dirty="0"/>
              <a:t>RECORDED TEMPORAL NETWORK</a:t>
            </a:r>
          </a:p>
        </p:txBody>
      </p:sp>
      <p:cxnSp>
        <p:nvCxnSpPr>
          <p:cNvPr id="211" name="Connecteur droit avec flèche 210">
            <a:extLst>
              <a:ext uri="{FF2B5EF4-FFF2-40B4-BE49-F238E27FC236}">
                <a16:creationId xmlns:a16="http://schemas.microsoft.com/office/drawing/2014/main" id="{5BB1D692-3438-06AE-14EA-48884D0F36BB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1795779" y="871857"/>
            <a:ext cx="398239" cy="4122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ZoneTexte 212">
            <a:extLst>
              <a:ext uri="{FF2B5EF4-FFF2-40B4-BE49-F238E27FC236}">
                <a16:creationId xmlns:a16="http://schemas.microsoft.com/office/drawing/2014/main" id="{6B9F8BB8-F1D3-2E46-FC4A-5EFC3801B497}"/>
              </a:ext>
            </a:extLst>
          </p:cNvPr>
          <p:cNvSpPr txBox="1"/>
          <p:nvPr/>
        </p:nvSpPr>
        <p:spPr>
          <a:xfrm>
            <a:off x="4854437" y="43873"/>
            <a:ext cx="1960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LOCATION RECONSTRUCTION</a:t>
            </a:r>
          </a:p>
        </p:txBody>
      </p:sp>
      <p:sp>
        <p:nvSpPr>
          <p:cNvPr id="214" name="Rectangle : coins arrondis 213">
            <a:extLst>
              <a:ext uri="{FF2B5EF4-FFF2-40B4-BE49-F238E27FC236}">
                <a16:creationId xmlns:a16="http://schemas.microsoft.com/office/drawing/2014/main" id="{AD0CF53D-D35D-4E45-8877-9122F41CD973}"/>
              </a:ext>
            </a:extLst>
          </p:cNvPr>
          <p:cNvSpPr/>
          <p:nvPr/>
        </p:nvSpPr>
        <p:spPr>
          <a:xfrm>
            <a:off x="77470" y="43866"/>
            <a:ext cx="1718308" cy="1655982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17" name="Rectangle : coins arrondis 216">
            <a:extLst>
              <a:ext uri="{FF2B5EF4-FFF2-40B4-BE49-F238E27FC236}">
                <a16:creationId xmlns:a16="http://schemas.microsoft.com/office/drawing/2014/main" id="{6373DE74-0488-6EED-F59E-D59FB352082B}"/>
              </a:ext>
            </a:extLst>
          </p:cNvPr>
          <p:cNvSpPr/>
          <p:nvPr/>
        </p:nvSpPr>
        <p:spPr>
          <a:xfrm>
            <a:off x="4912460" y="38642"/>
            <a:ext cx="1844753" cy="166422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9AE0CDC-1A71-A86A-BABF-D027C37C5A31}"/>
              </a:ext>
            </a:extLst>
          </p:cNvPr>
          <p:cNvGrpSpPr/>
          <p:nvPr/>
        </p:nvGrpSpPr>
        <p:grpSpPr>
          <a:xfrm>
            <a:off x="272887" y="411559"/>
            <a:ext cx="1327497" cy="1310734"/>
            <a:chOff x="269117" y="949389"/>
            <a:chExt cx="1327497" cy="1259487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064006CB-95B6-4533-0584-2CDD1710E147}"/>
                </a:ext>
              </a:extLst>
            </p:cNvPr>
            <p:cNvGrpSpPr/>
            <p:nvPr/>
          </p:nvGrpSpPr>
          <p:grpSpPr>
            <a:xfrm>
              <a:off x="1111159" y="949389"/>
              <a:ext cx="485455" cy="1259487"/>
              <a:chOff x="1284973" y="934575"/>
              <a:chExt cx="485455" cy="1259487"/>
            </a:xfrm>
          </p:grpSpPr>
          <p:sp>
            <p:nvSpPr>
              <p:cNvPr id="40" name="Parallélogramme 39">
                <a:extLst>
                  <a:ext uri="{FF2B5EF4-FFF2-40B4-BE49-F238E27FC236}">
                    <a16:creationId xmlns:a16="http://schemas.microsoft.com/office/drawing/2014/main" id="{AC9EC54A-79A2-3E62-724A-0618DCB5B6D9}"/>
                  </a:ext>
                </a:extLst>
              </p:cNvPr>
              <p:cNvSpPr/>
              <p:nvPr/>
            </p:nvSpPr>
            <p:spPr>
              <a:xfrm rot="16200000">
                <a:off x="1011692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FCA86D5B-E2B2-BBA0-4B64-F342961E12F7}"/>
                  </a:ext>
                </a:extLst>
              </p:cNvPr>
              <p:cNvSpPr txBox="1"/>
              <p:nvPr/>
            </p:nvSpPr>
            <p:spPr>
              <a:xfrm>
                <a:off x="1432031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3</a:t>
                </a:r>
              </a:p>
            </p:txBody>
          </p:sp>
          <p:sp>
            <p:nvSpPr>
              <p:cNvPr id="60" name="Ellipse 59">
                <a:extLst>
                  <a:ext uri="{FF2B5EF4-FFF2-40B4-BE49-F238E27FC236}">
                    <a16:creationId xmlns:a16="http://schemas.microsoft.com/office/drawing/2014/main" id="{9816432A-A1C5-0A3C-2232-2869D1194FA5}"/>
                  </a:ext>
                </a:extLst>
              </p:cNvPr>
              <p:cNvSpPr/>
              <p:nvPr/>
            </p:nvSpPr>
            <p:spPr>
              <a:xfrm>
                <a:off x="139837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CA3A50E5-FED5-92FF-F455-270B08F23589}"/>
                  </a:ext>
                </a:extLst>
              </p:cNvPr>
              <p:cNvSpPr/>
              <p:nvPr/>
            </p:nvSpPr>
            <p:spPr>
              <a:xfrm>
                <a:off x="147472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6E2A8298-1748-549B-D81A-1E4B569C3FD2}"/>
                  </a:ext>
                </a:extLst>
              </p:cNvPr>
              <p:cNvSpPr/>
              <p:nvPr/>
            </p:nvSpPr>
            <p:spPr>
              <a:xfrm>
                <a:off x="134658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3" name="Ellipse 62">
                <a:extLst>
                  <a:ext uri="{FF2B5EF4-FFF2-40B4-BE49-F238E27FC236}">
                    <a16:creationId xmlns:a16="http://schemas.microsoft.com/office/drawing/2014/main" id="{7CE86376-1483-408D-F19A-FF25F43E2F6E}"/>
                  </a:ext>
                </a:extLst>
              </p:cNvPr>
              <p:cNvSpPr/>
              <p:nvPr/>
            </p:nvSpPr>
            <p:spPr>
              <a:xfrm>
                <a:off x="157039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4" name="Ellipse 63">
                <a:extLst>
                  <a:ext uri="{FF2B5EF4-FFF2-40B4-BE49-F238E27FC236}">
                    <a16:creationId xmlns:a16="http://schemas.microsoft.com/office/drawing/2014/main" id="{A716B6F8-F123-9583-FAB1-1FB1F3324C83}"/>
                  </a:ext>
                </a:extLst>
              </p:cNvPr>
              <p:cNvSpPr/>
              <p:nvPr/>
            </p:nvSpPr>
            <p:spPr>
              <a:xfrm>
                <a:off x="158291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5" name="Ellipse 64">
                <a:extLst>
                  <a:ext uri="{FF2B5EF4-FFF2-40B4-BE49-F238E27FC236}">
                    <a16:creationId xmlns:a16="http://schemas.microsoft.com/office/drawing/2014/main" id="{3088D37E-089F-67FE-A3DF-352B3B7444A7}"/>
                  </a:ext>
                </a:extLst>
              </p:cNvPr>
              <p:cNvSpPr/>
              <p:nvPr/>
            </p:nvSpPr>
            <p:spPr>
              <a:xfrm>
                <a:off x="136801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99" name="Connecteur droit 98">
                <a:extLst>
                  <a:ext uri="{FF2B5EF4-FFF2-40B4-BE49-F238E27FC236}">
                    <a16:creationId xmlns:a16="http://schemas.microsoft.com/office/drawing/2014/main" id="{8C221B6A-975E-5BC2-8F80-0095682D100A}"/>
                  </a:ext>
                </a:extLst>
              </p:cNvPr>
              <p:cNvCxnSpPr>
                <a:cxnSpLocks/>
                <a:stCxn id="61" idx="0"/>
                <a:endCxn id="60" idx="5"/>
              </p:cNvCxnSpPr>
              <p:nvPr/>
            </p:nvCxnSpPr>
            <p:spPr>
              <a:xfrm flipH="1" flipV="1">
                <a:off x="1485263" y="1210757"/>
                <a:ext cx="40362" cy="26080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necteur droit 101">
                <a:extLst>
                  <a:ext uri="{FF2B5EF4-FFF2-40B4-BE49-F238E27FC236}">
                    <a16:creationId xmlns:a16="http://schemas.microsoft.com/office/drawing/2014/main" id="{534D8A73-66B2-1C2B-44B3-502C000BA681}"/>
                  </a:ext>
                </a:extLst>
              </p:cNvPr>
              <p:cNvCxnSpPr>
                <a:cxnSpLocks/>
                <a:stCxn id="63" idx="2"/>
                <a:endCxn id="62" idx="5"/>
              </p:cNvCxnSpPr>
              <p:nvPr/>
            </p:nvCxnSpPr>
            <p:spPr>
              <a:xfrm flipH="1" flipV="1">
                <a:off x="143347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necteur droit 104">
                <a:extLst>
                  <a:ext uri="{FF2B5EF4-FFF2-40B4-BE49-F238E27FC236}">
                    <a16:creationId xmlns:a16="http://schemas.microsoft.com/office/drawing/2014/main" id="{63293580-4BE9-EF0D-250F-5C59C7EF5990}"/>
                  </a:ext>
                </a:extLst>
              </p:cNvPr>
              <p:cNvCxnSpPr>
                <a:cxnSpLocks/>
                <a:stCxn id="63" idx="1"/>
                <a:endCxn id="61" idx="5"/>
              </p:cNvCxnSpPr>
              <p:nvPr/>
            </p:nvCxnSpPr>
            <p:spPr>
              <a:xfrm flipH="1" flipV="1">
                <a:off x="1561616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necteur droit 107">
                <a:extLst>
                  <a:ext uri="{FF2B5EF4-FFF2-40B4-BE49-F238E27FC236}">
                    <a16:creationId xmlns:a16="http://schemas.microsoft.com/office/drawing/2014/main" id="{DAF85C11-1B0C-EFC8-3AAB-D171B5746AFC}"/>
                  </a:ext>
                </a:extLst>
              </p:cNvPr>
              <p:cNvCxnSpPr>
                <a:cxnSpLocks/>
                <a:stCxn id="62" idx="7"/>
                <a:endCxn id="61" idx="2"/>
              </p:cNvCxnSpPr>
              <p:nvPr/>
            </p:nvCxnSpPr>
            <p:spPr>
              <a:xfrm flipV="1">
                <a:off x="1433471" y="1525137"/>
                <a:ext cx="41254" cy="3311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8B909BF2-7876-A99C-6439-20390A6F7BC9}"/>
                </a:ext>
              </a:extLst>
            </p:cNvPr>
            <p:cNvGrpSpPr/>
            <p:nvPr/>
          </p:nvGrpSpPr>
          <p:grpSpPr>
            <a:xfrm>
              <a:off x="690138" y="949389"/>
              <a:ext cx="485455" cy="1259487"/>
              <a:chOff x="777045" y="934575"/>
              <a:chExt cx="485455" cy="1259487"/>
            </a:xfrm>
          </p:grpSpPr>
          <p:sp>
            <p:nvSpPr>
              <p:cNvPr id="41" name="Parallélogramme 40">
                <a:extLst>
                  <a:ext uri="{FF2B5EF4-FFF2-40B4-BE49-F238E27FC236}">
                    <a16:creationId xmlns:a16="http://schemas.microsoft.com/office/drawing/2014/main" id="{AB20AB81-5261-535B-8017-59A4A63A7E82}"/>
                  </a:ext>
                </a:extLst>
              </p:cNvPr>
              <p:cNvSpPr/>
              <p:nvPr/>
            </p:nvSpPr>
            <p:spPr>
              <a:xfrm rot="16200000">
                <a:off x="5037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8932E9D9-5033-9992-1DEB-FCC4C3ED2A70}"/>
                  </a:ext>
                </a:extLst>
              </p:cNvPr>
              <p:cNvSpPr txBox="1"/>
              <p:nvPr/>
            </p:nvSpPr>
            <p:spPr>
              <a:xfrm>
                <a:off x="924103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2</a:t>
                </a:r>
              </a:p>
            </p:txBody>
          </p: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A210FC11-E984-82CC-6B0E-77F9DF73E89F}"/>
                  </a:ext>
                </a:extLst>
              </p:cNvPr>
              <p:cNvSpPr/>
              <p:nvPr/>
            </p:nvSpPr>
            <p:spPr>
              <a:xfrm>
                <a:off x="89148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CB9DFEBF-6950-7670-5592-3B1CCD37E92E}"/>
                  </a:ext>
                </a:extLst>
              </p:cNvPr>
              <p:cNvSpPr/>
              <p:nvPr/>
            </p:nvSpPr>
            <p:spPr>
              <a:xfrm>
                <a:off x="96783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1618C8C1-445A-4FA9-AA2C-679B794FE2DB}"/>
                  </a:ext>
                </a:extLst>
              </p:cNvPr>
              <p:cNvSpPr/>
              <p:nvPr/>
            </p:nvSpPr>
            <p:spPr>
              <a:xfrm>
                <a:off x="839692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639C71B1-A26F-34E3-4087-059C6D23F317}"/>
                  </a:ext>
                </a:extLst>
              </p:cNvPr>
              <p:cNvSpPr/>
              <p:nvPr/>
            </p:nvSpPr>
            <p:spPr>
              <a:xfrm>
                <a:off x="1063506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08A94967-5E58-0330-27C1-CB49635300CD}"/>
                  </a:ext>
                </a:extLst>
              </p:cNvPr>
              <p:cNvSpPr/>
              <p:nvPr/>
            </p:nvSpPr>
            <p:spPr>
              <a:xfrm>
                <a:off x="107602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5369F621-A1BF-8500-4028-DC504093AC49}"/>
                  </a:ext>
                </a:extLst>
              </p:cNvPr>
              <p:cNvSpPr/>
              <p:nvPr/>
            </p:nvSpPr>
            <p:spPr>
              <a:xfrm>
                <a:off x="86112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E1C0999C-DD97-EFF8-885A-58AAEBF1D26B}"/>
                  </a:ext>
                </a:extLst>
              </p:cNvPr>
              <p:cNvCxnSpPr>
                <a:cxnSpLocks/>
                <a:stCxn id="54" idx="6"/>
                <a:endCxn id="58" idx="1"/>
              </p:cNvCxnSpPr>
              <p:nvPr/>
            </p:nvCxnSpPr>
            <p:spPr>
              <a:xfrm>
                <a:off x="993282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necteur droit 84">
                <a:extLst>
                  <a:ext uri="{FF2B5EF4-FFF2-40B4-BE49-F238E27FC236}">
                    <a16:creationId xmlns:a16="http://schemas.microsoft.com/office/drawing/2014/main" id="{909D145F-06E2-8B02-2840-5AF52380F0F7}"/>
                  </a:ext>
                </a:extLst>
              </p:cNvPr>
              <p:cNvCxnSpPr>
                <a:cxnSpLocks/>
                <a:stCxn id="57" idx="7"/>
                <a:endCxn id="58" idx="4"/>
              </p:cNvCxnSpPr>
              <p:nvPr/>
            </p:nvCxnSpPr>
            <p:spPr>
              <a:xfrm flipH="1" flipV="1">
                <a:off x="1126927" y="1349679"/>
                <a:ext cx="23469" cy="289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necteur droit 85">
                <a:extLst>
                  <a:ext uri="{FF2B5EF4-FFF2-40B4-BE49-F238E27FC236}">
                    <a16:creationId xmlns:a16="http://schemas.microsoft.com/office/drawing/2014/main" id="{DE143493-27B3-E961-CBED-28F065CBAE5D}"/>
                  </a:ext>
                </a:extLst>
              </p:cNvPr>
              <p:cNvCxnSpPr>
                <a:cxnSpLocks/>
                <a:stCxn id="59" idx="0"/>
                <a:endCxn id="54" idx="3"/>
              </p:cNvCxnSpPr>
              <p:nvPr/>
            </p:nvCxnSpPr>
            <p:spPr>
              <a:xfrm flipH="1" flipV="1">
                <a:off x="906391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necteur droit 87">
                <a:extLst>
                  <a:ext uri="{FF2B5EF4-FFF2-40B4-BE49-F238E27FC236}">
                    <a16:creationId xmlns:a16="http://schemas.microsoft.com/office/drawing/2014/main" id="{6DDBE23F-23D4-2B86-F956-194C261F7153}"/>
                  </a:ext>
                </a:extLst>
              </p:cNvPr>
              <p:cNvCxnSpPr>
                <a:cxnSpLocks/>
                <a:stCxn id="57" idx="2"/>
                <a:endCxn id="56" idx="5"/>
              </p:cNvCxnSpPr>
              <p:nvPr/>
            </p:nvCxnSpPr>
            <p:spPr>
              <a:xfrm flipH="1" flipV="1">
                <a:off x="92658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8F7442B3-23C6-94CD-0181-D1CBCB5B3547}"/>
                </a:ext>
              </a:extLst>
            </p:cNvPr>
            <p:cNvGrpSpPr/>
            <p:nvPr/>
          </p:nvGrpSpPr>
          <p:grpSpPr>
            <a:xfrm>
              <a:off x="269117" y="949389"/>
              <a:ext cx="485455" cy="1259487"/>
              <a:chOff x="269117" y="934575"/>
              <a:chExt cx="485455" cy="1259487"/>
            </a:xfrm>
          </p:grpSpPr>
          <p:sp>
            <p:nvSpPr>
              <p:cNvPr id="39" name="Parallélogramme 38">
                <a:extLst>
                  <a:ext uri="{FF2B5EF4-FFF2-40B4-BE49-F238E27FC236}">
                    <a16:creationId xmlns:a16="http://schemas.microsoft.com/office/drawing/2014/main" id="{FEE4B291-FA95-A4B3-719D-8B707E0EA84E}"/>
                  </a:ext>
                </a:extLst>
              </p:cNvPr>
              <p:cNvSpPr/>
              <p:nvPr/>
            </p:nvSpPr>
            <p:spPr>
              <a:xfrm rot="16200000">
                <a:off x="-41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575F8C99-7686-6C3A-B05C-A2A59A8A3F3D}"/>
                  </a:ext>
                </a:extLst>
              </p:cNvPr>
              <p:cNvSpPr txBox="1"/>
              <p:nvPr/>
            </p:nvSpPr>
            <p:spPr>
              <a:xfrm>
                <a:off x="416175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1</a:t>
                </a:r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F7BFFCE9-7DAD-3028-6AE3-5F86BAA479B3}"/>
                  </a:ext>
                </a:extLst>
              </p:cNvPr>
              <p:cNvSpPr/>
              <p:nvPr/>
            </p:nvSpPr>
            <p:spPr>
              <a:xfrm>
                <a:off x="38459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4CFD78F8-E4AE-BBAB-34A5-A6E66358E558}"/>
                  </a:ext>
                </a:extLst>
              </p:cNvPr>
              <p:cNvSpPr/>
              <p:nvPr/>
            </p:nvSpPr>
            <p:spPr>
              <a:xfrm>
                <a:off x="460945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0" name="Ellipse 49">
                <a:extLst>
                  <a:ext uri="{FF2B5EF4-FFF2-40B4-BE49-F238E27FC236}">
                    <a16:creationId xmlns:a16="http://schemas.microsoft.com/office/drawing/2014/main" id="{8345D5E6-2DD9-1AAC-3C49-3144C4B30507}"/>
                  </a:ext>
                </a:extLst>
              </p:cNvPr>
              <p:cNvSpPr/>
              <p:nvPr/>
            </p:nvSpPr>
            <p:spPr>
              <a:xfrm>
                <a:off x="33280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1" name="Ellipse 50">
                <a:extLst>
                  <a:ext uri="{FF2B5EF4-FFF2-40B4-BE49-F238E27FC236}">
                    <a16:creationId xmlns:a16="http://schemas.microsoft.com/office/drawing/2014/main" id="{53DAED5E-D430-3325-E35F-CA8497E8BFB8}"/>
                  </a:ext>
                </a:extLst>
              </p:cNvPr>
              <p:cNvSpPr/>
              <p:nvPr/>
            </p:nvSpPr>
            <p:spPr>
              <a:xfrm>
                <a:off x="55661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54EEE511-8FA5-BAB5-4221-C89938679788}"/>
                  </a:ext>
                </a:extLst>
              </p:cNvPr>
              <p:cNvSpPr/>
              <p:nvPr/>
            </p:nvSpPr>
            <p:spPr>
              <a:xfrm>
                <a:off x="56913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2B923F5F-5884-3478-0688-2B83F9370B49}"/>
                  </a:ext>
                </a:extLst>
              </p:cNvPr>
              <p:cNvSpPr/>
              <p:nvPr/>
            </p:nvSpPr>
            <p:spPr>
              <a:xfrm>
                <a:off x="35423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13D6922F-8AFF-2097-F66B-5BF4F8B09A74}"/>
                  </a:ext>
                </a:extLst>
              </p:cNvPr>
              <p:cNvCxnSpPr>
                <a:cxnSpLocks/>
                <a:stCxn id="48" idx="6"/>
                <a:endCxn id="52" idx="1"/>
              </p:cNvCxnSpPr>
              <p:nvPr/>
            </p:nvCxnSpPr>
            <p:spPr>
              <a:xfrm>
                <a:off x="486391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3589D0A1-92DC-A0AC-0973-70053DC7F01B}"/>
                  </a:ext>
                </a:extLst>
              </p:cNvPr>
              <p:cNvCxnSpPr>
                <a:cxnSpLocks/>
                <a:stCxn id="53" idx="6"/>
                <a:endCxn id="52" idx="2"/>
              </p:cNvCxnSpPr>
              <p:nvPr/>
            </p:nvCxnSpPr>
            <p:spPr>
              <a:xfrm flipV="1">
                <a:off x="456034" y="1296101"/>
                <a:ext cx="113102" cy="5357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necteur droit 71">
                <a:extLst>
                  <a:ext uri="{FF2B5EF4-FFF2-40B4-BE49-F238E27FC236}">
                    <a16:creationId xmlns:a16="http://schemas.microsoft.com/office/drawing/2014/main" id="{0F84A8A7-5244-B2DB-EFA7-5E59D4F134B7}"/>
                  </a:ext>
                </a:extLst>
              </p:cNvPr>
              <p:cNvCxnSpPr>
                <a:cxnSpLocks/>
                <a:stCxn id="53" idx="0"/>
                <a:endCxn id="48" idx="3"/>
              </p:cNvCxnSpPr>
              <p:nvPr/>
            </p:nvCxnSpPr>
            <p:spPr>
              <a:xfrm flipH="1" flipV="1">
                <a:off x="399500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eur droit 74">
                <a:extLst>
                  <a:ext uri="{FF2B5EF4-FFF2-40B4-BE49-F238E27FC236}">
                    <a16:creationId xmlns:a16="http://schemas.microsoft.com/office/drawing/2014/main" id="{8C2039B7-2B25-1FE3-EA01-BD68B1177729}"/>
                  </a:ext>
                </a:extLst>
              </p:cNvPr>
              <p:cNvCxnSpPr>
                <a:cxnSpLocks/>
                <a:stCxn id="49" idx="7"/>
                <a:endCxn id="52" idx="3"/>
              </p:cNvCxnSpPr>
              <p:nvPr/>
            </p:nvCxnSpPr>
            <p:spPr>
              <a:xfrm flipV="1">
                <a:off x="547836" y="1333987"/>
                <a:ext cx="36209" cy="15326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necteur droit 77">
                <a:extLst>
                  <a:ext uri="{FF2B5EF4-FFF2-40B4-BE49-F238E27FC236}">
                    <a16:creationId xmlns:a16="http://schemas.microsoft.com/office/drawing/2014/main" id="{0ABABC7F-361D-8C92-2206-94881DDF8B11}"/>
                  </a:ext>
                </a:extLst>
              </p:cNvPr>
              <p:cNvCxnSpPr>
                <a:cxnSpLocks/>
                <a:stCxn id="51" idx="1"/>
                <a:endCxn id="49" idx="5"/>
              </p:cNvCxnSpPr>
              <p:nvPr/>
            </p:nvCxnSpPr>
            <p:spPr>
              <a:xfrm flipH="1" flipV="1">
                <a:off x="547835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necteur droit 80">
                <a:extLst>
                  <a:ext uri="{FF2B5EF4-FFF2-40B4-BE49-F238E27FC236}">
                    <a16:creationId xmlns:a16="http://schemas.microsoft.com/office/drawing/2014/main" id="{AB22BD2B-9F2B-4028-656A-3DD1C670A45E}"/>
                  </a:ext>
                </a:extLst>
              </p:cNvPr>
              <p:cNvCxnSpPr>
                <a:cxnSpLocks/>
                <a:stCxn id="49" idx="1"/>
                <a:endCxn id="53" idx="4"/>
              </p:cNvCxnSpPr>
              <p:nvPr/>
            </p:nvCxnSpPr>
            <p:spPr>
              <a:xfrm flipH="1" flipV="1">
                <a:off x="405135" y="1403257"/>
                <a:ext cx="70718" cy="8399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8E1CC800-EAE8-7055-EC13-6CCCC10D4665}"/>
              </a:ext>
            </a:extLst>
          </p:cNvPr>
          <p:cNvGrpSpPr/>
          <p:nvPr/>
        </p:nvGrpSpPr>
        <p:grpSpPr>
          <a:xfrm>
            <a:off x="2194018" y="43866"/>
            <a:ext cx="2342263" cy="1664226"/>
            <a:chOff x="2182489" y="97541"/>
            <a:chExt cx="2342263" cy="1664226"/>
          </a:xfrm>
        </p:grpSpPr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B58A53A4-1038-E20F-88B1-16DCA0E74D6D}"/>
                </a:ext>
              </a:extLst>
            </p:cNvPr>
            <p:cNvSpPr txBox="1"/>
            <p:nvPr/>
          </p:nvSpPr>
          <p:spPr>
            <a:xfrm>
              <a:off x="2275440" y="102769"/>
              <a:ext cx="21563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000" b="1" dirty="0"/>
                <a:t>SYNTHETIC TEMPORAL NETWORK</a:t>
              </a:r>
            </a:p>
          </p:txBody>
        </p:sp>
        <p:sp>
          <p:nvSpPr>
            <p:cNvPr id="215" name="Rectangle : coins arrondis 214">
              <a:extLst>
                <a:ext uri="{FF2B5EF4-FFF2-40B4-BE49-F238E27FC236}">
                  <a16:creationId xmlns:a16="http://schemas.microsoft.com/office/drawing/2014/main" id="{CF1158DD-38CD-8B80-D427-5692EE4E71EC}"/>
                </a:ext>
              </a:extLst>
            </p:cNvPr>
            <p:cNvSpPr/>
            <p:nvPr/>
          </p:nvSpPr>
          <p:spPr>
            <a:xfrm>
              <a:off x="2182489" y="97541"/>
              <a:ext cx="2342263" cy="1664226"/>
            </a:xfrm>
            <a:prstGeom prst="roundRect">
              <a:avLst>
                <a:gd name="adj" fmla="val 696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/>
            </a:p>
          </p:txBody>
        </p:sp>
        <p:grpSp>
          <p:nvGrpSpPr>
            <p:cNvPr id="250" name="Groupe 249">
              <a:extLst>
                <a:ext uri="{FF2B5EF4-FFF2-40B4-BE49-F238E27FC236}">
                  <a16:creationId xmlns:a16="http://schemas.microsoft.com/office/drawing/2014/main" id="{3461A331-5A36-AFB3-4FB8-A9068BED209C}"/>
                </a:ext>
              </a:extLst>
            </p:cNvPr>
            <p:cNvGrpSpPr/>
            <p:nvPr/>
          </p:nvGrpSpPr>
          <p:grpSpPr>
            <a:xfrm>
              <a:off x="2298767" y="461478"/>
              <a:ext cx="2109707" cy="1272875"/>
              <a:chOff x="2299399" y="945628"/>
              <a:chExt cx="2109707" cy="1272875"/>
            </a:xfrm>
          </p:grpSpPr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E31F47D-C986-22F7-2B7F-AC648D34DEE3}"/>
                  </a:ext>
                </a:extLst>
              </p:cNvPr>
              <p:cNvSpPr txBox="1"/>
              <p:nvPr/>
            </p:nvSpPr>
            <p:spPr>
              <a:xfrm>
                <a:off x="3793673" y="1968520"/>
                <a:ext cx="19133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00" dirty="0"/>
                  <a:t>…</a:t>
                </a:r>
              </a:p>
            </p:txBody>
          </p:sp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DC7EE4A-B7E6-9E2D-7FF6-FF4225EF2B4A}"/>
                  </a:ext>
                </a:extLst>
              </p:cNvPr>
              <p:cNvGrpSpPr/>
              <p:nvPr/>
            </p:nvGrpSpPr>
            <p:grpSpPr>
              <a:xfrm>
                <a:off x="3923651" y="969013"/>
                <a:ext cx="485455" cy="1249490"/>
                <a:chOff x="4283112" y="930401"/>
                <a:chExt cx="485455" cy="1249490"/>
              </a:xfrm>
            </p:grpSpPr>
            <p:sp>
              <p:nvSpPr>
                <p:cNvPr id="152" name="Parallélogramme 151">
                  <a:extLst>
                    <a:ext uri="{FF2B5EF4-FFF2-40B4-BE49-F238E27FC236}">
                      <a16:creationId xmlns:a16="http://schemas.microsoft.com/office/drawing/2014/main" id="{5AE48CAF-8BC9-8EA7-C31E-067E9CE7FC5E}"/>
                    </a:ext>
                  </a:extLst>
                </p:cNvPr>
                <p:cNvSpPr/>
                <p:nvPr/>
              </p:nvSpPr>
              <p:spPr>
                <a:xfrm rot="16200000">
                  <a:off x="4009831" y="1203682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55" name="ZoneTexte 154">
                  <a:extLst>
                    <a:ext uri="{FF2B5EF4-FFF2-40B4-BE49-F238E27FC236}">
                      <a16:creationId xmlns:a16="http://schemas.microsoft.com/office/drawing/2014/main" id="{0988CFFE-924B-4FAA-93F3-8ACCAE0829B8}"/>
                    </a:ext>
                  </a:extLst>
                </p:cNvPr>
                <p:cNvSpPr txBox="1"/>
                <p:nvPr/>
              </p:nvSpPr>
              <p:spPr>
                <a:xfrm>
                  <a:off x="4422774" y="1933670"/>
                  <a:ext cx="191339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000" i="1" dirty="0" err="1"/>
                    <a:t>T</a:t>
                  </a:r>
                  <a:endParaRPr lang="fr-FR" sz="1000" i="1" dirty="0"/>
                </a:p>
              </p:txBody>
            </p:sp>
            <p:sp>
              <p:nvSpPr>
                <p:cNvPr id="162" name="Ellipse 161">
                  <a:extLst>
                    <a:ext uri="{FF2B5EF4-FFF2-40B4-BE49-F238E27FC236}">
                      <a16:creationId xmlns:a16="http://schemas.microsoft.com/office/drawing/2014/main" id="{A84C566F-3008-B87B-C99B-F475AD874CCC}"/>
                    </a:ext>
                  </a:extLst>
                </p:cNvPr>
                <p:cNvSpPr/>
                <p:nvPr/>
              </p:nvSpPr>
              <p:spPr>
                <a:xfrm>
                  <a:off x="4397729" y="111477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3" name="Ellipse 162">
                  <a:extLst>
                    <a:ext uri="{FF2B5EF4-FFF2-40B4-BE49-F238E27FC236}">
                      <a16:creationId xmlns:a16="http://schemas.microsoft.com/office/drawing/2014/main" id="{803B08E5-642E-7635-1DD9-1AA06F224BAB}"/>
                    </a:ext>
                  </a:extLst>
                </p:cNvPr>
                <p:cNvSpPr/>
                <p:nvPr/>
              </p:nvSpPr>
              <p:spPr>
                <a:xfrm>
                  <a:off x="4474082" y="1467044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4" name="Ellipse 163">
                  <a:extLst>
                    <a:ext uri="{FF2B5EF4-FFF2-40B4-BE49-F238E27FC236}">
                      <a16:creationId xmlns:a16="http://schemas.microsoft.com/office/drawing/2014/main" id="{5000C465-694E-95C6-4DC7-D44BC8BFC912}"/>
                    </a:ext>
                  </a:extLst>
                </p:cNvPr>
                <p:cNvSpPr/>
                <p:nvPr/>
              </p:nvSpPr>
              <p:spPr>
                <a:xfrm>
                  <a:off x="4345938" y="1538046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5" name="Ellipse 164">
                  <a:extLst>
                    <a:ext uri="{FF2B5EF4-FFF2-40B4-BE49-F238E27FC236}">
                      <a16:creationId xmlns:a16="http://schemas.microsoft.com/office/drawing/2014/main" id="{9CBB705D-C1D7-B9B7-7D88-9E11D28C4E70}"/>
                    </a:ext>
                  </a:extLst>
                </p:cNvPr>
                <p:cNvSpPr/>
                <p:nvPr/>
              </p:nvSpPr>
              <p:spPr>
                <a:xfrm>
                  <a:off x="4569751" y="161914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6" name="Ellipse 165">
                  <a:extLst>
                    <a:ext uri="{FF2B5EF4-FFF2-40B4-BE49-F238E27FC236}">
                      <a16:creationId xmlns:a16="http://schemas.microsoft.com/office/drawing/2014/main" id="{05B6FE59-0E97-6755-28C7-B4292AE64910}"/>
                    </a:ext>
                  </a:extLst>
                </p:cNvPr>
                <p:cNvSpPr/>
                <p:nvPr/>
              </p:nvSpPr>
              <p:spPr>
                <a:xfrm>
                  <a:off x="4582273" y="1238008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7" name="Ellipse 166">
                  <a:extLst>
                    <a:ext uri="{FF2B5EF4-FFF2-40B4-BE49-F238E27FC236}">
                      <a16:creationId xmlns:a16="http://schemas.microsoft.com/office/drawing/2014/main" id="{F924CF22-78E0-7684-4776-EF45F635ED56}"/>
                    </a:ext>
                  </a:extLst>
                </p:cNvPr>
                <p:cNvSpPr/>
                <p:nvPr/>
              </p:nvSpPr>
              <p:spPr>
                <a:xfrm>
                  <a:off x="4367372" y="1291587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72" name="Connecteur droit 171">
                  <a:extLst>
                    <a:ext uri="{FF2B5EF4-FFF2-40B4-BE49-F238E27FC236}">
                      <a16:creationId xmlns:a16="http://schemas.microsoft.com/office/drawing/2014/main" id="{53DAB119-2E1A-3EA3-3282-4F1202FE15E9}"/>
                    </a:ext>
                  </a:extLst>
                </p:cNvPr>
                <p:cNvCxnSpPr>
                  <a:cxnSpLocks/>
                  <a:stCxn id="163" idx="0"/>
                  <a:endCxn id="166" idx="3"/>
                </p:cNvCxnSpPr>
                <p:nvPr/>
              </p:nvCxnSpPr>
              <p:spPr>
                <a:xfrm flipV="1">
                  <a:off x="4524981" y="1329472"/>
                  <a:ext cx="72200" cy="1375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Connecteur droit 172">
                  <a:extLst>
                    <a:ext uri="{FF2B5EF4-FFF2-40B4-BE49-F238E27FC236}">
                      <a16:creationId xmlns:a16="http://schemas.microsoft.com/office/drawing/2014/main" id="{A6D6D290-33AA-5EF1-F5F7-A2D999281519}"/>
                    </a:ext>
                  </a:extLst>
                </p:cNvPr>
                <p:cNvCxnSpPr>
                  <a:cxnSpLocks/>
                  <a:stCxn id="167" idx="5"/>
                  <a:endCxn id="163" idx="1"/>
                </p:cNvCxnSpPr>
                <p:nvPr/>
              </p:nvCxnSpPr>
              <p:spPr>
                <a:xfrm>
                  <a:off x="4454263" y="1383050"/>
                  <a:ext cx="34727" cy="996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Connecteur droit 173">
                  <a:extLst>
                    <a:ext uri="{FF2B5EF4-FFF2-40B4-BE49-F238E27FC236}">
                      <a16:creationId xmlns:a16="http://schemas.microsoft.com/office/drawing/2014/main" id="{C5776672-A863-AC1B-3286-842C05DF72E1}"/>
                    </a:ext>
                  </a:extLst>
                </p:cNvPr>
                <p:cNvCxnSpPr>
                  <a:cxnSpLocks/>
                  <a:stCxn id="164" idx="6"/>
                  <a:endCxn id="163" idx="3"/>
                </p:cNvCxnSpPr>
                <p:nvPr/>
              </p:nvCxnSpPr>
              <p:spPr>
                <a:xfrm flipV="1">
                  <a:off x="4447735" y="1558508"/>
                  <a:ext cx="41254" cy="3311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Connecteur droit 174">
                  <a:extLst>
                    <a:ext uri="{FF2B5EF4-FFF2-40B4-BE49-F238E27FC236}">
                      <a16:creationId xmlns:a16="http://schemas.microsoft.com/office/drawing/2014/main" id="{5866B47F-D103-411A-D75B-06B09346D967}"/>
                    </a:ext>
                  </a:extLst>
                </p:cNvPr>
                <p:cNvCxnSpPr>
                  <a:cxnSpLocks/>
                  <a:stCxn id="164" idx="0"/>
                  <a:endCxn id="167" idx="3"/>
                </p:cNvCxnSpPr>
                <p:nvPr/>
              </p:nvCxnSpPr>
              <p:spPr>
                <a:xfrm flipH="1" flipV="1">
                  <a:off x="4382280" y="1383050"/>
                  <a:ext cx="14557" cy="1549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AB220D40-6454-1927-77A3-281BD8DC60EC}"/>
                  </a:ext>
                </a:extLst>
              </p:cNvPr>
              <p:cNvGrpSpPr/>
              <p:nvPr/>
            </p:nvGrpSpPr>
            <p:grpSpPr>
              <a:xfrm>
                <a:off x="3146070" y="945628"/>
                <a:ext cx="485455" cy="1269113"/>
                <a:chOff x="3442815" y="909086"/>
                <a:chExt cx="485455" cy="1269113"/>
              </a:xfrm>
            </p:grpSpPr>
            <p:sp>
              <p:nvSpPr>
                <p:cNvPr id="114" name="Parallélogramme 113">
                  <a:extLst>
                    <a:ext uri="{FF2B5EF4-FFF2-40B4-BE49-F238E27FC236}">
                      <a16:creationId xmlns:a16="http://schemas.microsoft.com/office/drawing/2014/main" id="{3BC93C2A-F9FA-E7DF-65EE-49FDCFA6C561}"/>
                    </a:ext>
                  </a:extLst>
                </p:cNvPr>
                <p:cNvSpPr/>
                <p:nvPr/>
              </p:nvSpPr>
              <p:spPr>
                <a:xfrm rot="16200000">
                  <a:off x="3169534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8" name="ZoneTexte 117">
                  <a:extLst>
                    <a:ext uri="{FF2B5EF4-FFF2-40B4-BE49-F238E27FC236}">
                      <a16:creationId xmlns:a16="http://schemas.microsoft.com/office/drawing/2014/main" id="{8E8F9743-83E2-9F59-1482-5421CC6AB775}"/>
                    </a:ext>
                  </a:extLst>
                </p:cNvPr>
                <p:cNvSpPr txBox="1"/>
                <p:nvPr/>
              </p:nvSpPr>
              <p:spPr>
                <a:xfrm>
                  <a:off x="3589872" y="1931978"/>
                  <a:ext cx="3147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3</a:t>
                  </a:r>
                </a:p>
              </p:txBody>
            </p:sp>
            <p:sp>
              <p:nvSpPr>
                <p:cNvPr id="131" name="Ellipse 130">
                  <a:extLst>
                    <a:ext uri="{FF2B5EF4-FFF2-40B4-BE49-F238E27FC236}">
                      <a16:creationId xmlns:a16="http://schemas.microsoft.com/office/drawing/2014/main" id="{A6975252-588A-46A7-3EBD-B23B3B305C04}"/>
                    </a:ext>
                  </a:extLst>
                </p:cNvPr>
                <p:cNvSpPr/>
                <p:nvPr/>
              </p:nvSpPr>
              <p:spPr>
                <a:xfrm>
                  <a:off x="355621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2" name="Ellipse 131">
                  <a:extLst>
                    <a:ext uri="{FF2B5EF4-FFF2-40B4-BE49-F238E27FC236}">
                      <a16:creationId xmlns:a16="http://schemas.microsoft.com/office/drawing/2014/main" id="{02FE04E7-960F-4336-AFB3-8FB133A3F5EF}"/>
                    </a:ext>
                  </a:extLst>
                </p:cNvPr>
                <p:cNvSpPr/>
                <p:nvPr/>
              </p:nvSpPr>
              <p:spPr>
                <a:xfrm>
                  <a:off x="3632567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3" name="Ellipse 132">
                  <a:extLst>
                    <a:ext uri="{FF2B5EF4-FFF2-40B4-BE49-F238E27FC236}">
                      <a16:creationId xmlns:a16="http://schemas.microsoft.com/office/drawing/2014/main" id="{0CB9DEDD-C41F-CD72-A0F4-11B502EA1593}"/>
                    </a:ext>
                  </a:extLst>
                </p:cNvPr>
                <p:cNvSpPr/>
                <p:nvPr/>
              </p:nvSpPr>
              <p:spPr>
                <a:xfrm>
                  <a:off x="350442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4" name="Ellipse 133">
                  <a:extLst>
                    <a:ext uri="{FF2B5EF4-FFF2-40B4-BE49-F238E27FC236}">
                      <a16:creationId xmlns:a16="http://schemas.microsoft.com/office/drawing/2014/main" id="{76856AB9-C51F-A46C-93D1-5521484EA88A}"/>
                    </a:ext>
                  </a:extLst>
                </p:cNvPr>
                <p:cNvSpPr/>
                <p:nvPr/>
              </p:nvSpPr>
              <p:spPr>
                <a:xfrm>
                  <a:off x="3728237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5" name="Ellipse 134">
                  <a:extLst>
                    <a:ext uri="{FF2B5EF4-FFF2-40B4-BE49-F238E27FC236}">
                      <a16:creationId xmlns:a16="http://schemas.microsoft.com/office/drawing/2014/main" id="{B67B7B2F-8574-8BE4-D863-685C2908EEAA}"/>
                    </a:ext>
                  </a:extLst>
                </p:cNvPr>
                <p:cNvSpPr/>
                <p:nvPr/>
              </p:nvSpPr>
              <p:spPr>
                <a:xfrm>
                  <a:off x="374075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6" name="Ellipse 135">
                  <a:extLst>
                    <a:ext uri="{FF2B5EF4-FFF2-40B4-BE49-F238E27FC236}">
                      <a16:creationId xmlns:a16="http://schemas.microsoft.com/office/drawing/2014/main" id="{9FE0551E-AC66-8FBA-789A-2820C2F853C1}"/>
                    </a:ext>
                  </a:extLst>
                </p:cNvPr>
                <p:cNvSpPr/>
                <p:nvPr/>
              </p:nvSpPr>
              <p:spPr>
                <a:xfrm>
                  <a:off x="352585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7" name="Connecteur droit 146">
                  <a:extLst>
                    <a:ext uri="{FF2B5EF4-FFF2-40B4-BE49-F238E27FC236}">
                      <a16:creationId xmlns:a16="http://schemas.microsoft.com/office/drawing/2014/main" id="{089EBC6B-70E8-A3F4-5EA3-6060D0373243}"/>
                    </a:ext>
                  </a:extLst>
                </p:cNvPr>
                <p:cNvCxnSpPr>
                  <a:cxnSpLocks/>
                  <a:stCxn id="135" idx="1"/>
                  <a:endCxn id="131" idx="5"/>
                </p:cNvCxnSpPr>
                <p:nvPr/>
              </p:nvCxnSpPr>
              <p:spPr>
                <a:xfrm flipH="1" flipV="1">
                  <a:off x="3643105" y="1185268"/>
                  <a:ext cx="112561" cy="474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Connecteur droit 147">
                  <a:extLst>
                    <a:ext uri="{FF2B5EF4-FFF2-40B4-BE49-F238E27FC236}">
                      <a16:creationId xmlns:a16="http://schemas.microsoft.com/office/drawing/2014/main" id="{76E8B9E9-8170-79DE-0C3A-567E35D9B215}"/>
                    </a:ext>
                  </a:extLst>
                </p:cNvPr>
                <p:cNvCxnSpPr>
                  <a:cxnSpLocks/>
                  <a:stCxn id="134" idx="1"/>
                  <a:endCxn id="132" idx="5"/>
                </p:cNvCxnSpPr>
                <p:nvPr/>
              </p:nvCxnSpPr>
              <p:spPr>
                <a:xfrm flipH="1" flipV="1">
                  <a:off x="3719457" y="1537534"/>
                  <a:ext cx="23687" cy="7632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Connecteur droit 148">
                  <a:extLst>
                    <a:ext uri="{FF2B5EF4-FFF2-40B4-BE49-F238E27FC236}">
                      <a16:creationId xmlns:a16="http://schemas.microsoft.com/office/drawing/2014/main" id="{0D0F5DA9-A3D1-2223-EFA4-64721C52AFD7}"/>
                    </a:ext>
                  </a:extLst>
                </p:cNvPr>
                <p:cNvCxnSpPr>
                  <a:cxnSpLocks/>
                  <a:stCxn id="134" idx="0"/>
                  <a:endCxn id="135" idx="4"/>
                </p:cNvCxnSpPr>
                <p:nvPr/>
              </p:nvCxnSpPr>
              <p:spPr>
                <a:xfrm flipV="1">
                  <a:off x="3779136" y="1324190"/>
                  <a:ext cx="12522" cy="27397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Connecteur droit 149">
                  <a:extLst>
                    <a:ext uri="{FF2B5EF4-FFF2-40B4-BE49-F238E27FC236}">
                      <a16:creationId xmlns:a16="http://schemas.microsoft.com/office/drawing/2014/main" id="{4174132A-DAD9-680A-DA3E-F1057A66B210}"/>
                    </a:ext>
                  </a:extLst>
                </p:cNvPr>
                <p:cNvCxnSpPr>
                  <a:cxnSpLocks/>
                  <a:stCxn id="133" idx="0"/>
                  <a:endCxn id="136" idx="4"/>
                </p:cNvCxnSpPr>
                <p:nvPr/>
              </p:nvCxnSpPr>
              <p:spPr>
                <a:xfrm flipV="1">
                  <a:off x="355532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Connecteur droit 194">
                  <a:extLst>
                    <a:ext uri="{FF2B5EF4-FFF2-40B4-BE49-F238E27FC236}">
                      <a16:creationId xmlns:a16="http://schemas.microsoft.com/office/drawing/2014/main" id="{8EF34C97-1B11-C0BE-F5BF-E9D74A729475}"/>
                    </a:ext>
                  </a:extLst>
                </p:cNvPr>
                <p:cNvCxnSpPr>
                  <a:cxnSpLocks/>
                  <a:stCxn id="132" idx="0"/>
                  <a:endCxn id="131" idx="4"/>
                </p:cNvCxnSpPr>
                <p:nvPr/>
              </p:nvCxnSpPr>
              <p:spPr>
                <a:xfrm flipH="1" flipV="1">
                  <a:off x="3607113" y="1200960"/>
                  <a:ext cx="76353" cy="24510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Connecteur droit 198">
                  <a:extLst>
                    <a:ext uri="{FF2B5EF4-FFF2-40B4-BE49-F238E27FC236}">
                      <a16:creationId xmlns:a16="http://schemas.microsoft.com/office/drawing/2014/main" id="{F04F09F3-576E-1C76-29E9-18BC2D9F39AA}"/>
                    </a:ext>
                  </a:extLst>
                </p:cNvPr>
                <p:cNvCxnSpPr>
                  <a:cxnSpLocks/>
                  <a:stCxn id="132" idx="7"/>
                  <a:endCxn id="135" idx="3"/>
                </p:cNvCxnSpPr>
                <p:nvPr/>
              </p:nvCxnSpPr>
              <p:spPr>
                <a:xfrm flipV="1">
                  <a:off x="3719457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1202C11E-EF25-9C5F-427C-730D25F7E900}"/>
                  </a:ext>
                </a:extLst>
              </p:cNvPr>
              <p:cNvGrpSpPr/>
              <p:nvPr/>
            </p:nvGrpSpPr>
            <p:grpSpPr>
              <a:xfrm>
                <a:off x="2718987" y="945628"/>
                <a:ext cx="485455" cy="1269113"/>
                <a:chOff x="2934887" y="909086"/>
                <a:chExt cx="485455" cy="1269113"/>
              </a:xfrm>
            </p:grpSpPr>
            <p:sp>
              <p:nvSpPr>
                <p:cNvPr id="115" name="Parallélogramme 114">
                  <a:extLst>
                    <a:ext uri="{FF2B5EF4-FFF2-40B4-BE49-F238E27FC236}">
                      <a16:creationId xmlns:a16="http://schemas.microsoft.com/office/drawing/2014/main" id="{9B8F9E51-554B-1733-679E-E78EE60828C8}"/>
                    </a:ext>
                  </a:extLst>
                </p:cNvPr>
                <p:cNvSpPr/>
                <p:nvPr/>
              </p:nvSpPr>
              <p:spPr>
                <a:xfrm rot="16200000">
                  <a:off x="2661606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17" name="ZoneTexte 116">
                  <a:extLst>
                    <a:ext uri="{FF2B5EF4-FFF2-40B4-BE49-F238E27FC236}">
                      <a16:creationId xmlns:a16="http://schemas.microsoft.com/office/drawing/2014/main" id="{45267AB9-06ED-3674-0620-79CE6B118F82}"/>
                    </a:ext>
                  </a:extLst>
                </p:cNvPr>
                <p:cNvSpPr txBox="1"/>
                <p:nvPr/>
              </p:nvSpPr>
              <p:spPr>
                <a:xfrm>
                  <a:off x="3081944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2</a:t>
                  </a:r>
                </a:p>
              </p:txBody>
            </p:sp>
            <p:sp>
              <p:nvSpPr>
                <p:cNvPr id="125" name="Ellipse 124">
                  <a:extLst>
                    <a:ext uri="{FF2B5EF4-FFF2-40B4-BE49-F238E27FC236}">
                      <a16:creationId xmlns:a16="http://schemas.microsoft.com/office/drawing/2014/main" id="{0AA3E048-B823-3C46-7D8A-18B3854C3BF8}"/>
                    </a:ext>
                  </a:extLst>
                </p:cNvPr>
                <p:cNvSpPr/>
                <p:nvPr/>
              </p:nvSpPr>
              <p:spPr>
                <a:xfrm>
                  <a:off x="3049326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6" name="Ellipse 125">
                  <a:extLst>
                    <a:ext uri="{FF2B5EF4-FFF2-40B4-BE49-F238E27FC236}">
                      <a16:creationId xmlns:a16="http://schemas.microsoft.com/office/drawing/2014/main" id="{1059612C-F110-2D92-064B-B3D05279C20C}"/>
                    </a:ext>
                  </a:extLst>
                </p:cNvPr>
                <p:cNvSpPr/>
                <p:nvPr/>
              </p:nvSpPr>
              <p:spPr>
                <a:xfrm>
                  <a:off x="312567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7" name="Ellipse 126">
                  <a:extLst>
                    <a:ext uri="{FF2B5EF4-FFF2-40B4-BE49-F238E27FC236}">
                      <a16:creationId xmlns:a16="http://schemas.microsoft.com/office/drawing/2014/main" id="{CF9E33DC-4DBF-5C57-3209-B794BE6C6948}"/>
                    </a:ext>
                  </a:extLst>
                </p:cNvPr>
                <p:cNvSpPr/>
                <p:nvPr/>
              </p:nvSpPr>
              <p:spPr>
                <a:xfrm>
                  <a:off x="299753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8" name="Ellipse 127">
                  <a:extLst>
                    <a:ext uri="{FF2B5EF4-FFF2-40B4-BE49-F238E27FC236}">
                      <a16:creationId xmlns:a16="http://schemas.microsoft.com/office/drawing/2014/main" id="{A5DBF558-9AEC-0B33-AB5A-839ACC777E87}"/>
                    </a:ext>
                  </a:extLst>
                </p:cNvPr>
                <p:cNvSpPr/>
                <p:nvPr/>
              </p:nvSpPr>
              <p:spPr>
                <a:xfrm>
                  <a:off x="3221348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9" name="Ellipse 128">
                  <a:extLst>
                    <a:ext uri="{FF2B5EF4-FFF2-40B4-BE49-F238E27FC236}">
                      <a16:creationId xmlns:a16="http://schemas.microsoft.com/office/drawing/2014/main" id="{A0E3A766-F9A2-F4D2-6DB0-0F77F7BEE17F}"/>
                    </a:ext>
                  </a:extLst>
                </p:cNvPr>
                <p:cNvSpPr/>
                <p:nvPr/>
              </p:nvSpPr>
              <p:spPr>
                <a:xfrm>
                  <a:off x="323386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0" name="Ellipse 129">
                  <a:extLst>
                    <a:ext uri="{FF2B5EF4-FFF2-40B4-BE49-F238E27FC236}">
                      <a16:creationId xmlns:a16="http://schemas.microsoft.com/office/drawing/2014/main" id="{37EFBD2B-80E3-A9F6-6041-AE6AABB34594}"/>
                    </a:ext>
                  </a:extLst>
                </p:cNvPr>
                <p:cNvSpPr/>
                <p:nvPr/>
              </p:nvSpPr>
              <p:spPr>
                <a:xfrm>
                  <a:off x="301896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3" name="Connecteur droit 142">
                  <a:extLst>
                    <a:ext uri="{FF2B5EF4-FFF2-40B4-BE49-F238E27FC236}">
                      <a16:creationId xmlns:a16="http://schemas.microsoft.com/office/drawing/2014/main" id="{3970EA4C-6777-8B9E-C094-227B7ACB2A91}"/>
                    </a:ext>
                  </a:extLst>
                </p:cNvPr>
                <p:cNvCxnSpPr>
                  <a:cxnSpLocks/>
                  <a:stCxn id="125" idx="6"/>
                  <a:endCxn id="129" idx="1"/>
                </p:cNvCxnSpPr>
                <p:nvPr/>
              </p:nvCxnSpPr>
              <p:spPr>
                <a:xfrm>
                  <a:off x="3151123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Connecteur droit 143">
                  <a:extLst>
                    <a:ext uri="{FF2B5EF4-FFF2-40B4-BE49-F238E27FC236}">
                      <a16:creationId xmlns:a16="http://schemas.microsoft.com/office/drawing/2014/main" id="{0B97A954-BF9E-8FA4-E672-D6FFA5806325}"/>
                    </a:ext>
                  </a:extLst>
                </p:cNvPr>
                <p:cNvCxnSpPr>
                  <a:cxnSpLocks/>
                  <a:stCxn id="128" idx="7"/>
                  <a:endCxn id="129" idx="4"/>
                </p:cNvCxnSpPr>
                <p:nvPr/>
              </p:nvCxnSpPr>
              <p:spPr>
                <a:xfrm flipH="1" flipV="1">
                  <a:off x="3284769" y="1324189"/>
                  <a:ext cx="23469" cy="2896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Connecteur droit 144">
                  <a:extLst>
                    <a:ext uri="{FF2B5EF4-FFF2-40B4-BE49-F238E27FC236}">
                      <a16:creationId xmlns:a16="http://schemas.microsoft.com/office/drawing/2014/main" id="{06B9B670-8381-6A05-44FE-566C3A1D9F07}"/>
                    </a:ext>
                  </a:extLst>
                </p:cNvPr>
                <p:cNvCxnSpPr>
                  <a:cxnSpLocks/>
                  <a:stCxn id="130" idx="4"/>
                  <a:endCxn id="127" idx="0"/>
                </p:cNvCxnSpPr>
                <p:nvPr/>
              </p:nvCxnSpPr>
              <p:spPr>
                <a:xfrm flipH="1">
                  <a:off x="304843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Connecteur droit 145">
                  <a:extLst>
                    <a:ext uri="{FF2B5EF4-FFF2-40B4-BE49-F238E27FC236}">
                      <a16:creationId xmlns:a16="http://schemas.microsoft.com/office/drawing/2014/main" id="{4553D7D2-84EE-D5AD-E707-5C40BA8FC7B9}"/>
                    </a:ext>
                  </a:extLst>
                </p:cNvPr>
                <p:cNvCxnSpPr>
                  <a:cxnSpLocks/>
                  <a:stCxn id="128" idx="0"/>
                  <a:endCxn id="126" idx="5"/>
                </p:cNvCxnSpPr>
                <p:nvPr/>
              </p:nvCxnSpPr>
              <p:spPr>
                <a:xfrm flipH="1" flipV="1">
                  <a:off x="3212568" y="1537534"/>
                  <a:ext cx="59678" cy="606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13E58135-4A80-9F2F-9FC1-B19B3C1B66C6}"/>
                  </a:ext>
                </a:extLst>
              </p:cNvPr>
              <p:cNvGrpSpPr/>
              <p:nvPr/>
            </p:nvGrpSpPr>
            <p:grpSpPr>
              <a:xfrm>
                <a:off x="2299399" y="945628"/>
                <a:ext cx="485455" cy="1269113"/>
                <a:chOff x="2426959" y="909086"/>
                <a:chExt cx="485455" cy="1269113"/>
              </a:xfrm>
            </p:grpSpPr>
            <p:sp>
              <p:nvSpPr>
                <p:cNvPr id="113" name="Parallélogramme 112">
                  <a:extLst>
                    <a:ext uri="{FF2B5EF4-FFF2-40B4-BE49-F238E27FC236}">
                      <a16:creationId xmlns:a16="http://schemas.microsoft.com/office/drawing/2014/main" id="{C4A4D91A-2DB6-56B6-44BB-8187F8F1372D}"/>
                    </a:ext>
                  </a:extLst>
                </p:cNvPr>
                <p:cNvSpPr/>
                <p:nvPr/>
              </p:nvSpPr>
              <p:spPr>
                <a:xfrm rot="16200000">
                  <a:off x="2153678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6" name="ZoneTexte 115">
                  <a:extLst>
                    <a:ext uri="{FF2B5EF4-FFF2-40B4-BE49-F238E27FC236}">
                      <a16:creationId xmlns:a16="http://schemas.microsoft.com/office/drawing/2014/main" id="{0EB093B3-9119-1184-2D9B-B529D1C4EC24}"/>
                    </a:ext>
                  </a:extLst>
                </p:cNvPr>
                <p:cNvSpPr txBox="1"/>
                <p:nvPr/>
              </p:nvSpPr>
              <p:spPr>
                <a:xfrm>
                  <a:off x="2574016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1</a:t>
                  </a:r>
                </a:p>
              </p:txBody>
            </p:sp>
            <p:sp>
              <p:nvSpPr>
                <p:cNvPr id="119" name="Ellipse 118">
                  <a:extLst>
                    <a:ext uri="{FF2B5EF4-FFF2-40B4-BE49-F238E27FC236}">
                      <a16:creationId xmlns:a16="http://schemas.microsoft.com/office/drawing/2014/main" id="{3AEA2132-F69C-244C-B47D-5BA733E7E0BF}"/>
                    </a:ext>
                  </a:extLst>
                </p:cNvPr>
                <p:cNvSpPr/>
                <p:nvPr/>
              </p:nvSpPr>
              <p:spPr>
                <a:xfrm>
                  <a:off x="254243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0" name="Ellipse 119">
                  <a:extLst>
                    <a:ext uri="{FF2B5EF4-FFF2-40B4-BE49-F238E27FC236}">
                      <a16:creationId xmlns:a16="http://schemas.microsoft.com/office/drawing/2014/main" id="{7523F53F-7E31-827E-19F9-BA53AB2ABFB5}"/>
                    </a:ext>
                  </a:extLst>
                </p:cNvPr>
                <p:cNvSpPr/>
                <p:nvPr/>
              </p:nvSpPr>
              <p:spPr>
                <a:xfrm>
                  <a:off x="261878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1" name="Ellipse 120">
                  <a:extLst>
                    <a:ext uri="{FF2B5EF4-FFF2-40B4-BE49-F238E27FC236}">
                      <a16:creationId xmlns:a16="http://schemas.microsoft.com/office/drawing/2014/main" id="{17228E51-FD5A-5E37-7371-20908ACCFC30}"/>
                    </a:ext>
                  </a:extLst>
                </p:cNvPr>
                <p:cNvSpPr/>
                <p:nvPr/>
              </p:nvSpPr>
              <p:spPr>
                <a:xfrm>
                  <a:off x="249064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2" name="Ellipse 121">
                  <a:extLst>
                    <a:ext uri="{FF2B5EF4-FFF2-40B4-BE49-F238E27FC236}">
                      <a16:creationId xmlns:a16="http://schemas.microsoft.com/office/drawing/2014/main" id="{45DD7BE6-B0EB-6D7F-BDC8-ABB3B29A8509}"/>
                    </a:ext>
                  </a:extLst>
                </p:cNvPr>
                <p:cNvSpPr/>
                <p:nvPr/>
              </p:nvSpPr>
              <p:spPr>
                <a:xfrm>
                  <a:off x="2714456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3" name="Ellipse 122">
                  <a:extLst>
                    <a:ext uri="{FF2B5EF4-FFF2-40B4-BE49-F238E27FC236}">
                      <a16:creationId xmlns:a16="http://schemas.microsoft.com/office/drawing/2014/main" id="{1EA9EAAC-9227-DB64-A510-03D58A88561C}"/>
                    </a:ext>
                  </a:extLst>
                </p:cNvPr>
                <p:cNvSpPr/>
                <p:nvPr/>
              </p:nvSpPr>
              <p:spPr>
                <a:xfrm>
                  <a:off x="2726978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4" name="Ellipse 123">
                  <a:extLst>
                    <a:ext uri="{FF2B5EF4-FFF2-40B4-BE49-F238E27FC236}">
                      <a16:creationId xmlns:a16="http://schemas.microsoft.com/office/drawing/2014/main" id="{E7E641FA-ABB4-775E-237B-2F396D4A37E2}"/>
                    </a:ext>
                  </a:extLst>
                </p:cNvPr>
                <p:cNvSpPr/>
                <p:nvPr/>
              </p:nvSpPr>
              <p:spPr>
                <a:xfrm>
                  <a:off x="251207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37" name="Connecteur droit 136">
                  <a:extLst>
                    <a:ext uri="{FF2B5EF4-FFF2-40B4-BE49-F238E27FC236}">
                      <a16:creationId xmlns:a16="http://schemas.microsoft.com/office/drawing/2014/main" id="{C5B615CF-B744-970C-B6DF-081BB193EA26}"/>
                    </a:ext>
                  </a:extLst>
                </p:cNvPr>
                <p:cNvCxnSpPr>
                  <a:cxnSpLocks/>
                  <a:stCxn id="119" idx="6"/>
                  <a:endCxn id="123" idx="1"/>
                </p:cNvCxnSpPr>
                <p:nvPr/>
              </p:nvCxnSpPr>
              <p:spPr>
                <a:xfrm>
                  <a:off x="2644232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137">
                  <a:extLst>
                    <a:ext uri="{FF2B5EF4-FFF2-40B4-BE49-F238E27FC236}">
                      <a16:creationId xmlns:a16="http://schemas.microsoft.com/office/drawing/2014/main" id="{F5E906E1-E443-E594-4324-FF18A372CCE5}"/>
                    </a:ext>
                  </a:extLst>
                </p:cNvPr>
                <p:cNvCxnSpPr>
                  <a:cxnSpLocks/>
                  <a:stCxn id="120" idx="7"/>
                  <a:endCxn id="123" idx="3"/>
                </p:cNvCxnSpPr>
                <p:nvPr/>
              </p:nvCxnSpPr>
              <p:spPr>
                <a:xfrm flipV="1">
                  <a:off x="2705678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Connecteur droit 140">
                  <a:extLst>
                    <a:ext uri="{FF2B5EF4-FFF2-40B4-BE49-F238E27FC236}">
                      <a16:creationId xmlns:a16="http://schemas.microsoft.com/office/drawing/2014/main" id="{2F1FE39A-75B8-DF85-46CA-F541F5AC1CFD}"/>
                    </a:ext>
                  </a:extLst>
                </p:cNvPr>
                <p:cNvCxnSpPr>
                  <a:cxnSpLocks/>
                  <a:stCxn id="122" idx="2"/>
                  <a:endCxn id="121" idx="5"/>
                </p:cNvCxnSpPr>
                <p:nvPr/>
              </p:nvCxnSpPr>
              <p:spPr>
                <a:xfrm flipH="1" flipV="1">
                  <a:off x="2577534" y="1608535"/>
                  <a:ext cx="136923" cy="4321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E7EF039A-2568-72ED-6E10-717E8771CD36}"/>
              </a:ext>
            </a:extLst>
          </p:cNvPr>
          <p:cNvSpPr txBox="1"/>
          <p:nvPr/>
        </p:nvSpPr>
        <p:spPr>
          <a:xfrm>
            <a:off x="5739163" y="1425476"/>
            <a:ext cx="1913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i="1" dirty="0" err="1"/>
              <a:t>T</a:t>
            </a:r>
            <a:endParaRPr lang="fr-FR" sz="1000" i="1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A45FEE91-B120-C23A-CC36-135345925C90}"/>
              </a:ext>
            </a:extLst>
          </p:cNvPr>
          <p:cNvSpPr/>
          <p:nvPr/>
        </p:nvSpPr>
        <p:spPr>
          <a:xfrm>
            <a:off x="72934" y="5868358"/>
            <a:ext cx="1913142" cy="200388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2D60EEE-00D8-E371-8C94-EB5F4562BDC3}"/>
              </a:ext>
            </a:extLst>
          </p:cNvPr>
          <p:cNvSpPr txBox="1"/>
          <p:nvPr/>
        </p:nvSpPr>
        <p:spPr>
          <a:xfrm>
            <a:off x="127662" y="5888022"/>
            <a:ext cx="18036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INTERVENTION SCENARIOS</a:t>
            </a:r>
          </a:p>
        </p:txBody>
      </p:sp>
      <p:cxnSp>
        <p:nvCxnSpPr>
          <p:cNvPr id="179" name="Connecteur droit avec flèche 178">
            <a:extLst>
              <a:ext uri="{FF2B5EF4-FFF2-40B4-BE49-F238E27FC236}">
                <a16:creationId xmlns:a16="http://schemas.microsoft.com/office/drawing/2014/main" id="{DEAF7D03-A86D-A3A0-8DF5-7124279ED259}"/>
              </a:ext>
            </a:extLst>
          </p:cNvPr>
          <p:cNvCxnSpPr>
            <a:cxnSpLocks/>
            <a:stCxn id="215" idx="3"/>
            <a:endCxn id="217" idx="1"/>
          </p:cNvCxnSpPr>
          <p:nvPr/>
        </p:nvCxnSpPr>
        <p:spPr>
          <a:xfrm flipV="1">
            <a:off x="4536281" y="870755"/>
            <a:ext cx="376179" cy="5224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A8B1C343-EF76-52F2-BF36-A7E888B5AAE5}"/>
              </a:ext>
            </a:extLst>
          </p:cNvPr>
          <p:cNvGrpSpPr/>
          <p:nvPr/>
        </p:nvGrpSpPr>
        <p:grpSpPr>
          <a:xfrm>
            <a:off x="4928040" y="318752"/>
            <a:ext cx="1837319" cy="1124769"/>
            <a:chOff x="4837275" y="424406"/>
            <a:chExt cx="3643355" cy="2230388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8D5AF484-0759-75B2-6BF2-DB80EC9A1FC9}"/>
                </a:ext>
              </a:extLst>
            </p:cNvPr>
            <p:cNvSpPr/>
            <p:nvPr/>
          </p:nvSpPr>
          <p:spPr>
            <a:xfrm>
              <a:off x="4968649" y="1294195"/>
              <a:ext cx="3363446" cy="48888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DA99441E-A030-DB27-787F-C0EB259253FB}"/>
                </a:ext>
              </a:extLst>
            </p:cNvPr>
            <p:cNvSpPr/>
            <p:nvPr/>
          </p:nvSpPr>
          <p:spPr>
            <a:xfrm>
              <a:off x="496862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E53D39D0-732F-62B2-7247-EE4694F3C08D}"/>
                </a:ext>
              </a:extLst>
            </p:cNvPr>
            <p:cNvSpPr/>
            <p:nvPr/>
          </p:nvSpPr>
          <p:spPr>
            <a:xfrm>
              <a:off x="6085424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651888F5-A22B-8D34-9C57-F5797F3A66BC}"/>
                </a:ext>
              </a:extLst>
            </p:cNvPr>
            <p:cNvSpPr/>
            <p:nvPr/>
          </p:nvSpPr>
          <p:spPr>
            <a:xfrm>
              <a:off x="719755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72F456A1-A8FA-B007-BA69-0E4B3C888D0C}"/>
                </a:ext>
              </a:extLst>
            </p:cNvPr>
            <p:cNvSpPr/>
            <p:nvPr/>
          </p:nvSpPr>
          <p:spPr>
            <a:xfrm>
              <a:off x="496862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DCDF130B-1023-FF3F-7F4D-8328E97D5D2A}"/>
                </a:ext>
              </a:extLst>
            </p:cNvPr>
            <p:cNvSpPr/>
            <p:nvPr/>
          </p:nvSpPr>
          <p:spPr>
            <a:xfrm>
              <a:off x="6085424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2BDE767F-949C-8084-6714-439F32E55AB0}"/>
                </a:ext>
              </a:extLst>
            </p:cNvPr>
            <p:cNvSpPr/>
            <p:nvPr/>
          </p:nvSpPr>
          <p:spPr>
            <a:xfrm>
              <a:off x="719755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1" name="ZoneTexte 190">
              <a:extLst>
                <a:ext uri="{FF2B5EF4-FFF2-40B4-BE49-F238E27FC236}">
                  <a16:creationId xmlns:a16="http://schemas.microsoft.com/office/drawing/2014/main" id="{383DC731-0742-57AC-B2CA-6B884A2FC4CB}"/>
                </a:ext>
              </a:extLst>
            </p:cNvPr>
            <p:cNvSpPr txBox="1"/>
            <p:nvPr/>
          </p:nvSpPr>
          <p:spPr>
            <a:xfrm>
              <a:off x="4839450" y="1414199"/>
              <a:ext cx="1262006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Corridor</a:t>
              </a:r>
            </a:p>
          </p:txBody>
        </p:sp>
        <p:sp>
          <p:nvSpPr>
            <p:cNvPr id="192" name="ZoneTexte 191">
              <a:extLst>
                <a:ext uri="{FF2B5EF4-FFF2-40B4-BE49-F238E27FC236}">
                  <a16:creationId xmlns:a16="http://schemas.microsoft.com/office/drawing/2014/main" id="{A22B3FA6-43D7-90F3-DFCA-D539A6198B9A}"/>
                </a:ext>
              </a:extLst>
            </p:cNvPr>
            <p:cNvSpPr txBox="1"/>
            <p:nvPr/>
          </p:nvSpPr>
          <p:spPr>
            <a:xfrm>
              <a:off x="4854977" y="456431"/>
              <a:ext cx="894272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Office</a:t>
              </a:r>
            </a:p>
          </p:txBody>
        </p:sp>
        <p:sp>
          <p:nvSpPr>
            <p:cNvPr id="194" name="ZoneTexte 193">
              <a:extLst>
                <a:ext uri="{FF2B5EF4-FFF2-40B4-BE49-F238E27FC236}">
                  <a16:creationId xmlns:a16="http://schemas.microsoft.com/office/drawing/2014/main" id="{1194AB91-8540-0384-8370-EADF6C757067}"/>
                </a:ext>
              </a:extLst>
            </p:cNvPr>
            <p:cNvSpPr txBox="1"/>
            <p:nvPr/>
          </p:nvSpPr>
          <p:spPr>
            <a:xfrm>
              <a:off x="4837275" y="1977959"/>
              <a:ext cx="1151076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6" name="ZoneTexte 195">
              <a:extLst>
                <a:ext uri="{FF2B5EF4-FFF2-40B4-BE49-F238E27FC236}">
                  <a16:creationId xmlns:a16="http://schemas.microsoft.com/office/drawing/2014/main" id="{325CCA9E-A664-6CB3-87BA-B50BBE5BE526}"/>
                </a:ext>
              </a:extLst>
            </p:cNvPr>
            <p:cNvSpPr txBox="1"/>
            <p:nvPr/>
          </p:nvSpPr>
          <p:spPr>
            <a:xfrm>
              <a:off x="5966549" y="1983450"/>
              <a:ext cx="115764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FE4C9112-ADA8-56B3-44B4-97B14F2E05A5}"/>
                </a:ext>
              </a:extLst>
            </p:cNvPr>
            <p:cNvSpPr txBox="1"/>
            <p:nvPr/>
          </p:nvSpPr>
          <p:spPr>
            <a:xfrm>
              <a:off x="5942531" y="424406"/>
              <a:ext cx="121328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6C480D8C-0A21-4FFF-574B-FF5B004FE3C9}"/>
                </a:ext>
              </a:extLst>
            </p:cNvPr>
            <p:cNvSpPr txBox="1"/>
            <p:nvPr/>
          </p:nvSpPr>
          <p:spPr>
            <a:xfrm>
              <a:off x="7070837" y="430343"/>
              <a:ext cx="117393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201" name="ZoneTexte 200">
              <a:extLst>
                <a:ext uri="{FF2B5EF4-FFF2-40B4-BE49-F238E27FC236}">
                  <a16:creationId xmlns:a16="http://schemas.microsoft.com/office/drawing/2014/main" id="{943C4AC4-15D4-9060-C0D7-C0F64A8DFB5C}"/>
                </a:ext>
              </a:extLst>
            </p:cNvPr>
            <p:cNvSpPr txBox="1"/>
            <p:nvPr/>
          </p:nvSpPr>
          <p:spPr>
            <a:xfrm>
              <a:off x="7072356" y="1983450"/>
              <a:ext cx="140827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Nursing station</a:t>
              </a:r>
            </a:p>
          </p:txBody>
        </p:sp>
        <p:cxnSp>
          <p:nvCxnSpPr>
            <p:cNvPr id="204" name="Connecteur droit 203">
              <a:extLst>
                <a:ext uri="{FF2B5EF4-FFF2-40B4-BE49-F238E27FC236}">
                  <a16:creationId xmlns:a16="http://schemas.microsoft.com/office/drawing/2014/main" id="{1850FB21-F5D1-246A-5710-64EEB8C22E3F}"/>
                </a:ext>
              </a:extLst>
            </p:cNvPr>
            <p:cNvCxnSpPr>
              <a:cxnSpLocks/>
            </p:cNvCxnSpPr>
            <p:nvPr/>
          </p:nvCxnSpPr>
          <p:spPr>
            <a:xfrm>
              <a:off x="5713821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eur droit 204">
              <a:extLst>
                <a:ext uri="{FF2B5EF4-FFF2-40B4-BE49-F238E27FC236}">
                  <a16:creationId xmlns:a16="http://schemas.microsoft.com/office/drawing/2014/main" id="{267E5827-DF12-BC8B-A4FA-182015DB29C8}"/>
                </a:ext>
              </a:extLst>
            </p:cNvPr>
            <p:cNvCxnSpPr>
              <a:cxnSpLocks/>
            </p:cNvCxnSpPr>
            <p:nvPr/>
          </p:nvCxnSpPr>
          <p:spPr>
            <a:xfrm>
              <a:off x="5716995" y="1758551"/>
              <a:ext cx="208299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 droit 205">
              <a:extLst>
                <a:ext uri="{FF2B5EF4-FFF2-40B4-BE49-F238E27FC236}">
                  <a16:creationId xmlns:a16="http://schemas.microsoft.com/office/drawing/2014/main" id="{400EB8F6-DB2A-62CC-25ED-6ABDC1936D93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eur droit 206">
              <a:extLst>
                <a:ext uri="{FF2B5EF4-FFF2-40B4-BE49-F238E27FC236}">
                  <a16:creationId xmlns:a16="http://schemas.microsoft.com/office/drawing/2014/main" id="{87674B32-7BA4-92C0-ECCB-421B603C47E0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304381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eur droit 207">
              <a:extLst>
                <a:ext uri="{FF2B5EF4-FFF2-40B4-BE49-F238E27FC236}">
                  <a16:creationId xmlns:a16="http://schemas.microsoft.com/office/drawing/2014/main" id="{1CC630D9-AA09-A7D9-9D2D-B9499F2BB8FB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 droit 208">
              <a:extLst>
                <a:ext uri="{FF2B5EF4-FFF2-40B4-BE49-F238E27FC236}">
                  <a16:creationId xmlns:a16="http://schemas.microsoft.com/office/drawing/2014/main" id="{84D5573F-557A-A6D5-810F-6E5E570BC632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Ellipse 231">
            <a:extLst>
              <a:ext uri="{FF2B5EF4-FFF2-40B4-BE49-F238E27FC236}">
                <a16:creationId xmlns:a16="http://schemas.microsoft.com/office/drawing/2014/main" id="{C279B707-57C3-B3FF-8366-78041DCB5FDF}"/>
              </a:ext>
            </a:extLst>
          </p:cNvPr>
          <p:cNvSpPr/>
          <p:nvPr/>
        </p:nvSpPr>
        <p:spPr>
          <a:xfrm>
            <a:off x="5396141" y="40740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3" name="Ellipse 232">
            <a:extLst>
              <a:ext uri="{FF2B5EF4-FFF2-40B4-BE49-F238E27FC236}">
                <a16:creationId xmlns:a16="http://schemas.microsoft.com/office/drawing/2014/main" id="{73A635E6-88EA-D0AC-FBDA-A2DC8F46FF8C}"/>
              </a:ext>
            </a:extLst>
          </p:cNvPr>
          <p:cNvSpPr/>
          <p:nvPr/>
        </p:nvSpPr>
        <p:spPr>
          <a:xfrm>
            <a:off x="5209029" y="499297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4" name="Ellipse 233">
            <a:extLst>
              <a:ext uri="{FF2B5EF4-FFF2-40B4-BE49-F238E27FC236}">
                <a16:creationId xmlns:a16="http://schemas.microsoft.com/office/drawing/2014/main" id="{1BD6BF0D-B7D5-7D66-75C0-7653FC676AE0}"/>
              </a:ext>
            </a:extLst>
          </p:cNvPr>
          <p:cNvSpPr/>
          <p:nvPr/>
        </p:nvSpPr>
        <p:spPr>
          <a:xfrm>
            <a:off x="5144257" y="63832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5" name="Ellipse 234">
            <a:extLst>
              <a:ext uri="{FF2B5EF4-FFF2-40B4-BE49-F238E27FC236}">
                <a16:creationId xmlns:a16="http://schemas.microsoft.com/office/drawing/2014/main" id="{3C2404B2-5319-519C-5BBE-283099990FBE}"/>
              </a:ext>
            </a:extLst>
          </p:cNvPr>
          <p:cNvSpPr/>
          <p:nvPr/>
        </p:nvSpPr>
        <p:spPr>
          <a:xfrm>
            <a:off x="5039111" y="514557"/>
            <a:ext cx="101798" cy="107156"/>
          </a:xfrm>
          <a:prstGeom prst="ellipse">
            <a:avLst/>
          </a:prstGeom>
          <a:solidFill>
            <a:schemeClr val="accent5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6DAFF737-E780-1DB8-84B6-573298D38F59}"/>
              </a:ext>
            </a:extLst>
          </p:cNvPr>
          <p:cNvSpPr/>
          <p:nvPr/>
        </p:nvSpPr>
        <p:spPr>
          <a:xfrm>
            <a:off x="5348055" y="1200867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0FD285A7-5C02-1C24-FDF3-7F03C60E8DC7}"/>
              </a:ext>
            </a:extLst>
          </p:cNvPr>
          <p:cNvSpPr/>
          <p:nvPr/>
        </p:nvSpPr>
        <p:spPr>
          <a:xfrm>
            <a:off x="5923090" y="521660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cxnSp>
        <p:nvCxnSpPr>
          <p:cNvPr id="238" name="Connecteur droit 237">
            <a:extLst>
              <a:ext uri="{FF2B5EF4-FFF2-40B4-BE49-F238E27FC236}">
                <a16:creationId xmlns:a16="http://schemas.microsoft.com/office/drawing/2014/main" id="{8F2EF4B6-353E-0427-1232-69ECC791BAEF}"/>
              </a:ext>
            </a:extLst>
          </p:cNvPr>
          <p:cNvCxnSpPr>
            <a:cxnSpLocks/>
            <a:stCxn id="234" idx="2"/>
            <a:endCxn id="235" idx="4"/>
          </p:cNvCxnSpPr>
          <p:nvPr/>
        </p:nvCxnSpPr>
        <p:spPr>
          <a:xfrm flipH="1" flipV="1">
            <a:off x="5090009" y="621724"/>
            <a:ext cx="54248" cy="701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Connecteur droit 240">
            <a:extLst>
              <a:ext uri="{FF2B5EF4-FFF2-40B4-BE49-F238E27FC236}">
                <a16:creationId xmlns:a16="http://schemas.microsoft.com/office/drawing/2014/main" id="{C22248DF-A76F-69EA-CF6E-3C07B89FA694}"/>
              </a:ext>
            </a:extLst>
          </p:cNvPr>
          <p:cNvCxnSpPr>
            <a:cxnSpLocks/>
            <a:stCxn id="234" idx="7"/>
            <a:endCxn id="233" idx="4"/>
          </p:cNvCxnSpPr>
          <p:nvPr/>
        </p:nvCxnSpPr>
        <p:spPr>
          <a:xfrm flipV="1">
            <a:off x="5231147" y="606464"/>
            <a:ext cx="28780" cy="4756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necteur droit 243">
            <a:extLst>
              <a:ext uri="{FF2B5EF4-FFF2-40B4-BE49-F238E27FC236}">
                <a16:creationId xmlns:a16="http://schemas.microsoft.com/office/drawing/2014/main" id="{BA453FF0-CD81-36E2-95EC-4E9ECB37996B}"/>
              </a:ext>
            </a:extLst>
          </p:cNvPr>
          <p:cNvCxnSpPr>
            <a:cxnSpLocks/>
            <a:stCxn id="233" idx="1"/>
            <a:endCxn id="235" idx="7"/>
          </p:cNvCxnSpPr>
          <p:nvPr/>
        </p:nvCxnSpPr>
        <p:spPr>
          <a:xfrm flipH="1">
            <a:off x="5126001" y="515002"/>
            <a:ext cx="97936" cy="1525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Connecteur droit 246">
            <a:extLst>
              <a:ext uri="{FF2B5EF4-FFF2-40B4-BE49-F238E27FC236}">
                <a16:creationId xmlns:a16="http://schemas.microsoft.com/office/drawing/2014/main" id="{48ECEA47-1436-D4C2-244D-5942E36585AD}"/>
              </a:ext>
            </a:extLst>
          </p:cNvPr>
          <p:cNvCxnSpPr>
            <a:cxnSpLocks/>
            <a:stCxn id="232" idx="3"/>
            <a:endCxn id="233" idx="6"/>
          </p:cNvCxnSpPr>
          <p:nvPr/>
        </p:nvCxnSpPr>
        <p:spPr>
          <a:xfrm flipH="1">
            <a:off x="5310838" y="498863"/>
            <a:ext cx="100223" cy="540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necteur en angle 1">
            <a:extLst>
              <a:ext uri="{FF2B5EF4-FFF2-40B4-BE49-F238E27FC236}">
                <a16:creationId xmlns:a16="http://schemas.microsoft.com/office/drawing/2014/main" id="{DC0877CF-FF74-4058-64E6-26656F8962B1}"/>
              </a:ext>
            </a:extLst>
          </p:cNvPr>
          <p:cNvCxnSpPr>
            <a:cxnSpLocks/>
            <a:stCxn id="217" idx="2"/>
            <a:endCxn id="79" idx="0"/>
          </p:cNvCxnSpPr>
          <p:nvPr/>
        </p:nvCxnSpPr>
        <p:spPr>
          <a:xfrm rot="5400000">
            <a:off x="5144424" y="1697177"/>
            <a:ext cx="684723" cy="696104"/>
          </a:xfrm>
          <a:prstGeom prst="bentConnector3">
            <a:avLst>
              <a:gd name="adj1" fmla="val 3564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Graphique 24" descr="Livre ouvert contour">
            <a:extLst>
              <a:ext uri="{FF2B5EF4-FFF2-40B4-BE49-F238E27FC236}">
                <a16:creationId xmlns:a16="http://schemas.microsoft.com/office/drawing/2014/main" id="{18A00BBD-3EE8-D93C-F9B8-4085E2815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804" y="2398166"/>
            <a:ext cx="494368" cy="494368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8963827C-67A2-AF57-3235-F17B6B6528D8}"/>
              </a:ext>
            </a:extLst>
          </p:cNvPr>
          <p:cNvSpPr txBox="1"/>
          <p:nvPr/>
        </p:nvSpPr>
        <p:spPr>
          <a:xfrm>
            <a:off x="474505" y="2236019"/>
            <a:ext cx="7729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Literature</a:t>
            </a:r>
            <a:endParaRPr lang="fr-FR" sz="1100" dirty="0"/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E662FC80-C67B-2440-37A3-42D7A125A32F}"/>
              </a:ext>
            </a:extLst>
          </p:cNvPr>
          <p:cNvSpPr txBox="1"/>
          <p:nvPr/>
        </p:nvSpPr>
        <p:spPr>
          <a:xfrm>
            <a:off x="416797" y="3580277"/>
            <a:ext cx="8883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Grid</a:t>
            </a:r>
            <a:r>
              <a:rPr lang="fr-FR" sz="1100" dirty="0"/>
              <a:t> </a:t>
            </a:r>
            <a:r>
              <a:rPr lang="fr-FR" sz="1100" dirty="0" err="1"/>
              <a:t>search</a:t>
            </a:r>
            <a:endParaRPr lang="fr-FR" sz="1100" dirty="0"/>
          </a:p>
        </p:txBody>
      </p:sp>
      <p:pic>
        <p:nvPicPr>
          <p:cNvPr id="96" name="Graphique 95" descr="Tableau contour">
            <a:extLst>
              <a:ext uri="{FF2B5EF4-FFF2-40B4-BE49-F238E27FC236}">
                <a16:creationId xmlns:a16="http://schemas.microsoft.com/office/drawing/2014/main" id="{C08AF618-D030-0C75-4289-F7AE2276E8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100" y="3167763"/>
            <a:ext cx="529779" cy="529779"/>
          </a:xfrm>
          <a:prstGeom prst="rect">
            <a:avLst/>
          </a:prstGeom>
        </p:spPr>
      </p:pic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F0BFBBC5-A70B-83AD-39AE-3D4DA81F2F28}"/>
              </a:ext>
            </a:extLst>
          </p:cNvPr>
          <p:cNvGrpSpPr/>
          <p:nvPr/>
        </p:nvGrpSpPr>
        <p:grpSpPr>
          <a:xfrm>
            <a:off x="639462" y="3277027"/>
            <a:ext cx="443052" cy="302232"/>
            <a:chOff x="227635" y="4741765"/>
            <a:chExt cx="496759" cy="338869"/>
          </a:xfrm>
          <a:solidFill>
            <a:schemeClr val="tx1"/>
          </a:solidFill>
        </p:grpSpPr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52E78821-6438-D543-F9E9-3C59F912038F}"/>
                </a:ext>
              </a:extLst>
            </p:cNvPr>
            <p:cNvSpPr/>
            <p:nvPr/>
          </p:nvSpPr>
          <p:spPr>
            <a:xfrm>
              <a:off x="2276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B628A16D-CC90-CC94-6812-C1545FA29439}"/>
                </a:ext>
              </a:extLst>
            </p:cNvPr>
            <p:cNvSpPr/>
            <p:nvPr/>
          </p:nvSpPr>
          <p:spPr>
            <a:xfrm>
              <a:off x="383594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DC46EFA8-F166-0C30-6AC4-4B974812C925}"/>
                </a:ext>
              </a:extLst>
            </p:cNvPr>
            <p:cNvSpPr/>
            <p:nvPr/>
          </p:nvSpPr>
          <p:spPr>
            <a:xfrm>
              <a:off x="5324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FBA73F86-3289-8B67-A878-72FDFC61A63D}"/>
                </a:ext>
              </a:extLst>
            </p:cNvPr>
            <p:cNvSpPr/>
            <p:nvPr/>
          </p:nvSpPr>
          <p:spPr>
            <a:xfrm>
              <a:off x="686463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3" name="Ellipse 152">
              <a:extLst>
                <a:ext uri="{FF2B5EF4-FFF2-40B4-BE49-F238E27FC236}">
                  <a16:creationId xmlns:a16="http://schemas.microsoft.com/office/drawing/2014/main" id="{4383E11D-F3DF-91D9-3088-B2B3F6EF4435}"/>
                </a:ext>
              </a:extLst>
            </p:cNvPr>
            <p:cNvSpPr/>
            <p:nvPr/>
          </p:nvSpPr>
          <p:spPr>
            <a:xfrm>
              <a:off x="2295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4" name="Ellipse 153">
              <a:extLst>
                <a:ext uri="{FF2B5EF4-FFF2-40B4-BE49-F238E27FC236}">
                  <a16:creationId xmlns:a16="http://schemas.microsoft.com/office/drawing/2014/main" id="{56DBA3F2-1C87-52EB-FAF9-8D51E7F44EB4}"/>
                </a:ext>
              </a:extLst>
            </p:cNvPr>
            <p:cNvSpPr/>
            <p:nvPr/>
          </p:nvSpPr>
          <p:spPr>
            <a:xfrm>
              <a:off x="385526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F7594BEA-5384-17C4-6A7D-810BF0965284}"/>
                </a:ext>
              </a:extLst>
            </p:cNvPr>
            <p:cNvSpPr/>
            <p:nvPr/>
          </p:nvSpPr>
          <p:spPr>
            <a:xfrm>
              <a:off x="5343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D417D362-677B-8A5B-3A5C-6B7781AEE793}"/>
                </a:ext>
              </a:extLst>
            </p:cNvPr>
            <p:cNvSpPr/>
            <p:nvPr/>
          </p:nvSpPr>
          <p:spPr>
            <a:xfrm>
              <a:off x="688394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8" name="Ellipse 157">
              <a:extLst>
                <a:ext uri="{FF2B5EF4-FFF2-40B4-BE49-F238E27FC236}">
                  <a16:creationId xmlns:a16="http://schemas.microsoft.com/office/drawing/2014/main" id="{97BC4E2A-E1B8-6555-6ADE-84EF8F23C8CE}"/>
                </a:ext>
              </a:extLst>
            </p:cNvPr>
            <p:cNvSpPr/>
            <p:nvPr/>
          </p:nvSpPr>
          <p:spPr>
            <a:xfrm>
              <a:off x="2295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BD1B0190-3099-58C4-2C7A-793DF2C97E93}"/>
                </a:ext>
              </a:extLst>
            </p:cNvPr>
            <p:cNvSpPr/>
            <p:nvPr/>
          </p:nvSpPr>
          <p:spPr>
            <a:xfrm>
              <a:off x="38552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0" name="Ellipse 159">
              <a:extLst>
                <a:ext uri="{FF2B5EF4-FFF2-40B4-BE49-F238E27FC236}">
                  <a16:creationId xmlns:a16="http://schemas.microsoft.com/office/drawing/2014/main" id="{604B3396-D7F0-976F-7090-9E9AA3A4E80A}"/>
                </a:ext>
              </a:extLst>
            </p:cNvPr>
            <p:cNvSpPr/>
            <p:nvPr/>
          </p:nvSpPr>
          <p:spPr>
            <a:xfrm>
              <a:off x="5343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1" name="Ellipse 160">
              <a:extLst>
                <a:ext uri="{FF2B5EF4-FFF2-40B4-BE49-F238E27FC236}">
                  <a16:creationId xmlns:a16="http://schemas.microsoft.com/office/drawing/2014/main" id="{0169EB0E-0046-D193-DA35-09AE24983332}"/>
                </a:ext>
              </a:extLst>
            </p:cNvPr>
            <p:cNvSpPr/>
            <p:nvPr/>
          </p:nvSpPr>
          <p:spPr>
            <a:xfrm>
              <a:off x="688393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8" name="Ellipse 167">
              <a:extLst>
                <a:ext uri="{FF2B5EF4-FFF2-40B4-BE49-F238E27FC236}">
                  <a16:creationId xmlns:a16="http://schemas.microsoft.com/office/drawing/2014/main" id="{6704881A-5B39-FA2E-3296-E3E2702DABC8}"/>
                </a:ext>
              </a:extLst>
            </p:cNvPr>
            <p:cNvSpPr/>
            <p:nvPr/>
          </p:nvSpPr>
          <p:spPr>
            <a:xfrm>
              <a:off x="2295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9" name="Ellipse 168">
              <a:extLst>
                <a:ext uri="{FF2B5EF4-FFF2-40B4-BE49-F238E27FC236}">
                  <a16:creationId xmlns:a16="http://schemas.microsoft.com/office/drawing/2014/main" id="{15F1F5AD-5F1E-BEF5-124F-E1FA1C656979}"/>
                </a:ext>
              </a:extLst>
            </p:cNvPr>
            <p:cNvSpPr/>
            <p:nvPr/>
          </p:nvSpPr>
          <p:spPr>
            <a:xfrm>
              <a:off x="38552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0" name="Ellipse 169">
              <a:extLst>
                <a:ext uri="{FF2B5EF4-FFF2-40B4-BE49-F238E27FC236}">
                  <a16:creationId xmlns:a16="http://schemas.microsoft.com/office/drawing/2014/main" id="{336FE052-3CAC-C4DC-9246-F9A6CCCFDBFD}"/>
                </a:ext>
              </a:extLst>
            </p:cNvPr>
            <p:cNvSpPr/>
            <p:nvPr/>
          </p:nvSpPr>
          <p:spPr>
            <a:xfrm>
              <a:off x="5343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32358946-6237-87FF-7509-648703FACCF3}"/>
                </a:ext>
              </a:extLst>
            </p:cNvPr>
            <p:cNvSpPr/>
            <p:nvPr/>
          </p:nvSpPr>
          <p:spPr>
            <a:xfrm>
              <a:off x="688393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6" name="Groupe 245">
            <a:extLst>
              <a:ext uri="{FF2B5EF4-FFF2-40B4-BE49-F238E27FC236}">
                <a16:creationId xmlns:a16="http://schemas.microsoft.com/office/drawing/2014/main" id="{50629265-E497-B761-9D5C-F7D5633A6ADE}"/>
              </a:ext>
            </a:extLst>
          </p:cNvPr>
          <p:cNvGrpSpPr/>
          <p:nvPr/>
        </p:nvGrpSpPr>
        <p:grpSpPr>
          <a:xfrm>
            <a:off x="168205" y="6147575"/>
            <a:ext cx="1722613" cy="713748"/>
            <a:chOff x="5300594" y="2629704"/>
            <a:chExt cx="1722613" cy="713748"/>
          </a:xfrm>
        </p:grpSpPr>
        <p:sp>
          <p:nvSpPr>
            <p:cNvPr id="251" name="Rectangle : coins arrondis 250">
              <a:extLst>
                <a:ext uri="{FF2B5EF4-FFF2-40B4-BE49-F238E27FC236}">
                  <a16:creationId xmlns:a16="http://schemas.microsoft.com/office/drawing/2014/main" id="{B13DB266-6F5F-E653-9A14-F39457F68F32}"/>
                </a:ext>
              </a:extLst>
            </p:cNvPr>
            <p:cNvSpPr/>
            <p:nvPr/>
          </p:nvSpPr>
          <p:spPr>
            <a:xfrm>
              <a:off x="5300594" y="2629704"/>
              <a:ext cx="1722613" cy="713748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p:sp>
          <p:nvSpPr>
            <p:cNvPr id="253" name="ZoneTexte 252">
              <a:extLst>
                <a:ext uri="{FF2B5EF4-FFF2-40B4-BE49-F238E27FC236}">
                  <a16:creationId xmlns:a16="http://schemas.microsoft.com/office/drawing/2014/main" id="{5CC9B393-615B-BB84-9935-89C004FC8C80}"/>
                </a:ext>
              </a:extLst>
            </p:cNvPr>
            <p:cNvSpPr txBox="1"/>
            <p:nvPr/>
          </p:nvSpPr>
          <p:spPr>
            <a:xfrm>
              <a:off x="5652218" y="2876689"/>
              <a:ext cx="97815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Mask </a:t>
              </a:r>
              <a:r>
                <a:rPr lang="fr-FR" sz="1050" dirty="0" err="1"/>
                <a:t>wearing</a:t>
              </a:r>
              <a:endParaRPr lang="fr-FR" sz="1050" dirty="0"/>
            </a:p>
            <a:p>
              <a:r>
                <a:rPr lang="fr-FR" sz="1050" dirty="0"/>
                <a:t>Hand </a:t>
              </a:r>
              <a:r>
                <a:rPr lang="fr-FR" sz="1050" dirty="0" err="1"/>
                <a:t>hygiene</a:t>
              </a:r>
              <a:endParaRPr lang="fr-FR" sz="1050" dirty="0"/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812F3DC3-D1B3-3AB6-F6D5-53A76D6D89A6}"/>
                </a:ext>
              </a:extLst>
            </p:cNvPr>
            <p:cNvSpPr txBox="1"/>
            <p:nvPr/>
          </p:nvSpPr>
          <p:spPr>
            <a:xfrm>
              <a:off x="5750570" y="2632037"/>
              <a:ext cx="82266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b="1" dirty="0" err="1">
                  <a:solidFill>
                    <a:schemeClr val="tx2"/>
                  </a:solidFill>
                </a:rPr>
                <a:t>Individual</a:t>
              </a:r>
              <a:endParaRPr lang="fr-FR" sz="10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252" name="Rectangle : coins arrondis 251">
            <a:extLst>
              <a:ext uri="{FF2B5EF4-FFF2-40B4-BE49-F238E27FC236}">
                <a16:creationId xmlns:a16="http://schemas.microsoft.com/office/drawing/2014/main" id="{77E7A67C-EB95-FD26-FB41-3638D501AFDF}"/>
              </a:ext>
            </a:extLst>
          </p:cNvPr>
          <p:cNvSpPr/>
          <p:nvPr/>
        </p:nvSpPr>
        <p:spPr>
          <a:xfrm>
            <a:off x="168205" y="6959912"/>
            <a:ext cx="1722613" cy="841210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54" name="ZoneTexte 253">
            <a:extLst>
              <a:ext uri="{FF2B5EF4-FFF2-40B4-BE49-F238E27FC236}">
                <a16:creationId xmlns:a16="http://schemas.microsoft.com/office/drawing/2014/main" id="{32A7547E-CE12-23D9-4A78-347387C4F028}"/>
              </a:ext>
            </a:extLst>
          </p:cNvPr>
          <p:cNvSpPr txBox="1"/>
          <p:nvPr/>
        </p:nvSpPr>
        <p:spPr>
          <a:xfrm>
            <a:off x="519828" y="7182073"/>
            <a:ext cx="1187292" cy="577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Ventilation</a:t>
            </a:r>
          </a:p>
          <a:p>
            <a:r>
              <a:rPr lang="fr-FR" sz="1050" dirty="0"/>
              <a:t>Air filtration</a:t>
            </a:r>
          </a:p>
          <a:p>
            <a:r>
              <a:rPr lang="fr-FR" sz="1050" dirty="0" err="1"/>
              <a:t>Decontamination</a:t>
            </a:r>
            <a:endParaRPr lang="fr-FR" sz="1050" dirty="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2F052B-A285-A127-3D99-2B2ED58C8EA5}"/>
              </a:ext>
            </a:extLst>
          </p:cNvPr>
          <p:cNvSpPr txBox="1"/>
          <p:nvPr/>
        </p:nvSpPr>
        <p:spPr>
          <a:xfrm>
            <a:off x="610166" y="6968640"/>
            <a:ext cx="8386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>
                <a:solidFill>
                  <a:schemeClr val="tx2"/>
                </a:solidFill>
              </a:rPr>
              <a:t>Collective</a:t>
            </a:r>
            <a:endParaRPr lang="fr-FR" sz="1000" b="1" dirty="0">
              <a:solidFill>
                <a:schemeClr val="tx2"/>
              </a:solidFill>
            </a:endParaRPr>
          </a:p>
        </p:txBody>
      </p:sp>
      <p:grpSp>
        <p:nvGrpSpPr>
          <p:cNvPr id="259" name="Groupe 258">
            <a:extLst>
              <a:ext uri="{FF2B5EF4-FFF2-40B4-BE49-F238E27FC236}">
                <a16:creationId xmlns:a16="http://schemas.microsoft.com/office/drawing/2014/main" id="{94637356-E1C2-3722-7F64-6E6AB2EADD39}"/>
              </a:ext>
            </a:extLst>
          </p:cNvPr>
          <p:cNvGrpSpPr/>
          <p:nvPr/>
        </p:nvGrpSpPr>
        <p:grpSpPr>
          <a:xfrm>
            <a:off x="2395746" y="5140815"/>
            <a:ext cx="3125183" cy="2734343"/>
            <a:chOff x="2230106" y="5447088"/>
            <a:chExt cx="3125183" cy="2734343"/>
          </a:xfrm>
        </p:grpSpPr>
        <p:sp>
          <p:nvSpPr>
            <p:cNvPr id="228" name="Rectangle : coins arrondis 227">
              <a:extLst>
                <a:ext uri="{FF2B5EF4-FFF2-40B4-BE49-F238E27FC236}">
                  <a16:creationId xmlns:a16="http://schemas.microsoft.com/office/drawing/2014/main" id="{1842A088-D738-CFA1-ED35-32FE01B7110C}"/>
                </a:ext>
              </a:extLst>
            </p:cNvPr>
            <p:cNvSpPr/>
            <p:nvPr/>
          </p:nvSpPr>
          <p:spPr>
            <a:xfrm>
              <a:off x="2230106" y="5447088"/>
              <a:ext cx="3125183" cy="2734343"/>
            </a:xfrm>
            <a:prstGeom prst="roundRect">
              <a:avLst>
                <a:gd name="adj" fmla="val 696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/>
            </a:p>
          </p:txBody>
        </p:sp>
        <p:sp>
          <p:nvSpPr>
            <p:cNvPr id="229" name="ZoneTexte 228">
              <a:extLst>
                <a:ext uri="{FF2B5EF4-FFF2-40B4-BE49-F238E27FC236}">
                  <a16:creationId xmlns:a16="http://schemas.microsoft.com/office/drawing/2014/main" id="{111AC8EC-1F98-675C-B687-E139F08686DF}"/>
                </a:ext>
              </a:extLst>
            </p:cNvPr>
            <p:cNvSpPr txBox="1"/>
            <p:nvPr/>
          </p:nvSpPr>
          <p:spPr>
            <a:xfrm>
              <a:off x="3288387" y="5462047"/>
              <a:ext cx="10086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000" b="1" dirty="0"/>
                <a:t>SIMULATIONS</a:t>
              </a:r>
            </a:p>
          </p:txBody>
        </p: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A9698055-956C-2066-0F61-730AD862C741}"/>
                </a:ext>
              </a:extLst>
            </p:cNvPr>
            <p:cNvGrpSpPr/>
            <p:nvPr/>
          </p:nvGrpSpPr>
          <p:grpSpPr>
            <a:xfrm>
              <a:off x="2353702" y="5685379"/>
              <a:ext cx="2877978" cy="1167198"/>
              <a:chOff x="67912" y="5402204"/>
              <a:chExt cx="2877978" cy="1167198"/>
            </a:xfrm>
          </p:grpSpPr>
          <p:sp>
            <p:nvSpPr>
              <p:cNvPr id="266" name="Rectangle : coins arrondis 265">
                <a:extLst>
                  <a:ext uri="{FF2B5EF4-FFF2-40B4-BE49-F238E27FC236}">
                    <a16:creationId xmlns:a16="http://schemas.microsoft.com/office/drawing/2014/main" id="{198D21E4-44F5-1342-B8CB-75CD37D0118E}"/>
                  </a:ext>
                </a:extLst>
              </p:cNvPr>
              <p:cNvSpPr/>
              <p:nvPr/>
            </p:nvSpPr>
            <p:spPr>
              <a:xfrm>
                <a:off x="67912" y="5402204"/>
                <a:ext cx="2877978" cy="1161894"/>
              </a:xfrm>
              <a:prstGeom prst="roundRect">
                <a:avLst>
                  <a:gd name="adj" fmla="val 7929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 dirty="0"/>
              </a:p>
            </p:txBody>
          </p:sp>
          <p:sp>
            <p:nvSpPr>
              <p:cNvPr id="268" name="ZoneTexte 267">
                <a:extLst>
                  <a:ext uri="{FF2B5EF4-FFF2-40B4-BE49-F238E27FC236}">
                    <a16:creationId xmlns:a16="http://schemas.microsoft.com/office/drawing/2014/main" id="{3C04F15C-5E0C-2155-C152-A8490BFF5E35}"/>
                  </a:ext>
                </a:extLst>
              </p:cNvPr>
              <p:cNvSpPr txBox="1"/>
              <p:nvPr/>
            </p:nvSpPr>
            <p:spPr>
              <a:xfrm>
                <a:off x="277239" y="5402204"/>
                <a:ext cx="2459328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fr-FR"/>
                </a:defPPr>
                <a:lvl1pPr algn="ctr">
                  <a:defRPr sz="1000"/>
                </a:lvl1pPr>
              </a:lstStyle>
              <a:p>
                <a:r>
                  <a:rPr lang="fr-FR" sz="1100" b="1" dirty="0">
                    <a:solidFill>
                      <a:schemeClr val="tx2"/>
                    </a:solidFill>
                  </a:rPr>
                  <a:t>Transmission </a:t>
                </a:r>
                <a:r>
                  <a:rPr lang="fr-FR" sz="1100" b="1" dirty="0" err="1">
                    <a:solidFill>
                      <a:schemeClr val="tx2"/>
                    </a:solidFill>
                  </a:rPr>
                  <a:t>pathway</a:t>
                </a:r>
                <a:r>
                  <a:rPr lang="fr-FR" sz="1100" b="1" dirty="0">
                    <a:solidFill>
                      <a:schemeClr val="tx2"/>
                    </a:solidFill>
                  </a:rPr>
                  <a:t> exploration</a:t>
                </a:r>
              </a:p>
            </p:txBody>
          </p:sp>
          <p:cxnSp>
            <p:nvCxnSpPr>
              <p:cNvPr id="80" name="Connecteur droit avec flèche 79">
                <a:extLst>
                  <a:ext uri="{FF2B5EF4-FFF2-40B4-BE49-F238E27FC236}">
                    <a16:creationId xmlns:a16="http://schemas.microsoft.com/office/drawing/2014/main" id="{01258CDD-91AA-70E7-BD67-D5C6524200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4881" y="6368785"/>
                <a:ext cx="115405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AD337E3-C3FA-BD51-30E5-52DC6F16CD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4879" y="5775481"/>
                <a:ext cx="0" cy="5933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ZoneTexte 97">
                <a:extLst>
                  <a:ext uri="{FF2B5EF4-FFF2-40B4-BE49-F238E27FC236}">
                    <a16:creationId xmlns:a16="http://schemas.microsoft.com/office/drawing/2014/main" id="{CB20BA7B-6EC3-1664-421B-D0AA6089FBC0}"/>
                  </a:ext>
                </a:extLst>
              </p:cNvPr>
              <p:cNvSpPr txBox="1"/>
              <p:nvPr/>
            </p:nvSpPr>
            <p:spPr>
              <a:xfrm>
                <a:off x="2054501" y="6323181"/>
                <a:ext cx="45236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000" dirty="0"/>
                  <a:t>Time</a:t>
                </a:r>
              </a:p>
            </p:txBody>
          </p:sp>
          <p:sp>
            <p:nvSpPr>
              <p:cNvPr id="101" name="Forme libre 100">
                <a:extLst>
                  <a:ext uri="{FF2B5EF4-FFF2-40B4-BE49-F238E27FC236}">
                    <a16:creationId xmlns:a16="http://schemas.microsoft.com/office/drawing/2014/main" id="{3FD14762-5E34-EC7F-5583-A53DB6DBB738}"/>
                  </a:ext>
                </a:extLst>
              </p:cNvPr>
              <p:cNvSpPr/>
              <p:nvPr/>
            </p:nvSpPr>
            <p:spPr>
              <a:xfrm>
                <a:off x="1302642" y="6065119"/>
                <a:ext cx="1012825" cy="280067"/>
              </a:xfrm>
              <a:custGeom>
                <a:avLst/>
                <a:gdLst>
                  <a:gd name="connsiteX0" fmla="*/ 0 w 1012825"/>
                  <a:gd name="connsiteY0" fmla="*/ 262091 h 280067"/>
                  <a:gd name="connsiteX1" fmla="*/ 101600 w 1012825"/>
                  <a:gd name="connsiteY1" fmla="*/ 214466 h 280067"/>
                  <a:gd name="connsiteX2" fmla="*/ 241300 w 1012825"/>
                  <a:gd name="connsiteY2" fmla="*/ 27141 h 280067"/>
                  <a:gd name="connsiteX3" fmla="*/ 415925 w 1012825"/>
                  <a:gd name="connsiteY3" fmla="*/ 23966 h 280067"/>
                  <a:gd name="connsiteX4" fmla="*/ 777875 w 1012825"/>
                  <a:gd name="connsiteY4" fmla="*/ 243041 h 280067"/>
                  <a:gd name="connsiteX5" fmla="*/ 1012825 w 1012825"/>
                  <a:gd name="connsiteY5" fmla="*/ 277966 h 28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2825" h="280067">
                    <a:moveTo>
                      <a:pt x="0" y="262091"/>
                    </a:moveTo>
                    <a:cubicBezTo>
                      <a:pt x="30691" y="257857"/>
                      <a:pt x="61383" y="253624"/>
                      <a:pt x="101600" y="214466"/>
                    </a:cubicBezTo>
                    <a:cubicBezTo>
                      <a:pt x="141817" y="175308"/>
                      <a:pt x="188913" y="58891"/>
                      <a:pt x="241300" y="27141"/>
                    </a:cubicBezTo>
                    <a:cubicBezTo>
                      <a:pt x="293687" y="-4609"/>
                      <a:pt x="326496" y="-12017"/>
                      <a:pt x="415925" y="23966"/>
                    </a:cubicBezTo>
                    <a:cubicBezTo>
                      <a:pt x="505354" y="59949"/>
                      <a:pt x="678392" y="200708"/>
                      <a:pt x="777875" y="243041"/>
                    </a:cubicBezTo>
                    <a:cubicBezTo>
                      <a:pt x="877358" y="285374"/>
                      <a:pt x="945091" y="281670"/>
                      <a:pt x="1012825" y="277966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ZoneTexte 103">
                <a:extLst>
                  <a:ext uri="{FF2B5EF4-FFF2-40B4-BE49-F238E27FC236}">
                    <a16:creationId xmlns:a16="http://schemas.microsoft.com/office/drawing/2014/main" id="{03E32A25-530B-32EC-0FB5-3A6A75097FDF}"/>
                  </a:ext>
                </a:extLst>
              </p:cNvPr>
              <p:cNvSpPr txBox="1"/>
              <p:nvPr/>
            </p:nvSpPr>
            <p:spPr>
              <a:xfrm>
                <a:off x="1233980" y="5672109"/>
                <a:ext cx="73770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000" dirty="0"/>
                  <a:t>Infections</a:t>
                </a:r>
              </a:p>
            </p:txBody>
          </p:sp>
          <p:sp>
            <p:nvSpPr>
              <p:cNvPr id="107" name="Forme libre 106">
                <a:extLst>
                  <a:ext uri="{FF2B5EF4-FFF2-40B4-BE49-F238E27FC236}">
                    <a16:creationId xmlns:a16="http://schemas.microsoft.com/office/drawing/2014/main" id="{7BB99C58-179C-99F2-2784-522C0D52BBAC}"/>
                  </a:ext>
                </a:extLst>
              </p:cNvPr>
              <p:cNvSpPr/>
              <p:nvPr/>
            </p:nvSpPr>
            <p:spPr>
              <a:xfrm>
                <a:off x="1302642" y="5923534"/>
                <a:ext cx="422275" cy="441774"/>
              </a:xfrm>
              <a:custGeom>
                <a:avLst/>
                <a:gdLst>
                  <a:gd name="connsiteX0" fmla="*/ 0 w 422275"/>
                  <a:gd name="connsiteY0" fmla="*/ 397324 h 441774"/>
                  <a:gd name="connsiteX1" fmla="*/ 101600 w 422275"/>
                  <a:gd name="connsiteY1" fmla="*/ 449 h 441774"/>
                  <a:gd name="connsiteX2" fmla="*/ 298450 w 422275"/>
                  <a:gd name="connsiteY2" fmla="*/ 321124 h 441774"/>
                  <a:gd name="connsiteX3" fmla="*/ 422275 w 422275"/>
                  <a:gd name="connsiteY3" fmla="*/ 441774 h 44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2275" h="441774">
                    <a:moveTo>
                      <a:pt x="0" y="397324"/>
                    </a:moveTo>
                    <a:cubicBezTo>
                      <a:pt x="25929" y="205236"/>
                      <a:pt x="51858" y="13149"/>
                      <a:pt x="101600" y="449"/>
                    </a:cubicBezTo>
                    <a:cubicBezTo>
                      <a:pt x="151342" y="-12251"/>
                      <a:pt x="245004" y="247570"/>
                      <a:pt x="298450" y="321124"/>
                    </a:cubicBezTo>
                    <a:cubicBezTo>
                      <a:pt x="351896" y="394678"/>
                      <a:pt x="380471" y="420607"/>
                      <a:pt x="422275" y="441774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Forme libre 108">
                <a:extLst>
                  <a:ext uri="{FF2B5EF4-FFF2-40B4-BE49-F238E27FC236}">
                    <a16:creationId xmlns:a16="http://schemas.microsoft.com/office/drawing/2014/main" id="{964A8179-8F3F-B6E8-6FAD-A28A80D859A7}"/>
                  </a:ext>
                </a:extLst>
              </p:cNvPr>
              <p:cNvSpPr/>
              <p:nvPr/>
            </p:nvSpPr>
            <p:spPr>
              <a:xfrm>
                <a:off x="1308990" y="6327025"/>
                <a:ext cx="928052" cy="45719"/>
              </a:xfrm>
              <a:custGeom>
                <a:avLst/>
                <a:gdLst>
                  <a:gd name="connsiteX0" fmla="*/ 0 w 390525"/>
                  <a:gd name="connsiteY0" fmla="*/ 3360 h 38285"/>
                  <a:gd name="connsiteX1" fmla="*/ 152400 w 390525"/>
                  <a:gd name="connsiteY1" fmla="*/ 3360 h 38285"/>
                  <a:gd name="connsiteX2" fmla="*/ 390525 w 390525"/>
                  <a:gd name="connsiteY2" fmla="*/ 38285 h 38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90525" h="38285">
                    <a:moveTo>
                      <a:pt x="0" y="3360"/>
                    </a:moveTo>
                    <a:cubicBezTo>
                      <a:pt x="43656" y="449"/>
                      <a:pt x="87313" y="-2461"/>
                      <a:pt x="152400" y="3360"/>
                    </a:cubicBezTo>
                    <a:cubicBezTo>
                      <a:pt x="217487" y="9181"/>
                      <a:pt x="338138" y="22939"/>
                      <a:pt x="390525" y="38285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0" name="Forme libre 109">
                <a:extLst>
                  <a:ext uri="{FF2B5EF4-FFF2-40B4-BE49-F238E27FC236}">
                    <a16:creationId xmlns:a16="http://schemas.microsoft.com/office/drawing/2014/main" id="{B0AD613D-F365-97E9-FFC5-28289B13F38B}"/>
                  </a:ext>
                </a:extLst>
              </p:cNvPr>
              <p:cNvSpPr/>
              <p:nvPr/>
            </p:nvSpPr>
            <p:spPr>
              <a:xfrm>
                <a:off x="1302642" y="6111158"/>
                <a:ext cx="1012825" cy="238277"/>
              </a:xfrm>
              <a:custGeom>
                <a:avLst/>
                <a:gdLst>
                  <a:gd name="connsiteX0" fmla="*/ 0 w 1012825"/>
                  <a:gd name="connsiteY0" fmla="*/ 231927 h 238277"/>
                  <a:gd name="connsiteX1" fmla="*/ 161925 w 1012825"/>
                  <a:gd name="connsiteY1" fmla="*/ 152 h 238277"/>
                  <a:gd name="connsiteX2" fmla="*/ 606425 w 1012825"/>
                  <a:gd name="connsiteY2" fmla="*/ 197002 h 238277"/>
                  <a:gd name="connsiteX3" fmla="*/ 1012825 w 1012825"/>
                  <a:gd name="connsiteY3" fmla="*/ 238277 h 238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12825" h="238277">
                    <a:moveTo>
                      <a:pt x="0" y="231927"/>
                    </a:moveTo>
                    <a:cubicBezTo>
                      <a:pt x="30427" y="118950"/>
                      <a:pt x="60854" y="5973"/>
                      <a:pt x="161925" y="152"/>
                    </a:cubicBezTo>
                    <a:cubicBezTo>
                      <a:pt x="262996" y="-5669"/>
                      <a:pt x="464608" y="157315"/>
                      <a:pt x="606425" y="197002"/>
                    </a:cubicBezTo>
                    <a:cubicBezTo>
                      <a:pt x="748242" y="236689"/>
                      <a:pt x="880533" y="237483"/>
                      <a:pt x="1012825" y="238277"/>
                    </a:cubicBez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279" name="Groupe 278">
                <a:extLst>
                  <a:ext uri="{FF2B5EF4-FFF2-40B4-BE49-F238E27FC236}">
                    <a16:creationId xmlns:a16="http://schemas.microsoft.com/office/drawing/2014/main" id="{132E4A79-45A0-2632-E41C-1AEDAB7A804E}"/>
                  </a:ext>
                </a:extLst>
              </p:cNvPr>
              <p:cNvGrpSpPr/>
              <p:nvPr/>
            </p:nvGrpSpPr>
            <p:grpSpPr>
              <a:xfrm>
                <a:off x="338854" y="6071469"/>
                <a:ext cx="578622" cy="410400"/>
                <a:chOff x="1310585" y="6120818"/>
                <a:chExt cx="578622" cy="410400"/>
              </a:xfrm>
            </p:grpSpPr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187C75C2-AD88-69C2-99ED-301B980FE7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0585" y="6173018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5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85DCDF90-26D5-C3CF-C43A-F2299AB106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53631" y="6173018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5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71" name="Graphique 270" descr="Venteux contour">
                  <a:extLst>
                    <a:ext uri="{FF2B5EF4-FFF2-40B4-BE49-F238E27FC236}">
                      <a16:creationId xmlns:a16="http://schemas.microsoft.com/office/drawing/2014/main" id="{BDE0CC41-FB5E-59BF-9322-490BE87497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78807" y="6120818"/>
                  <a:ext cx="410400" cy="410400"/>
                </a:xfrm>
                <a:prstGeom prst="rect">
                  <a:avLst/>
                </a:prstGeom>
              </p:spPr>
            </p:pic>
          </p:grpSp>
          <p:grpSp>
            <p:nvGrpSpPr>
              <p:cNvPr id="278" name="Groupe 277">
                <a:extLst>
                  <a:ext uri="{FF2B5EF4-FFF2-40B4-BE49-F238E27FC236}">
                    <a16:creationId xmlns:a16="http://schemas.microsoft.com/office/drawing/2014/main" id="{AA15B6FA-1414-D852-7861-9AB0171D3DCB}"/>
                  </a:ext>
                </a:extLst>
              </p:cNvPr>
              <p:cNvGrpSpPr/>
              <p:nvPr/>
            </p:nvGrpSpPr>
            <p:grpSpPr>
              <a:xfrm>
                <a:off x="339919" y="5663057"/>
                <a:ext cx="576493" cy="415348"/>
                <a:chOff x="1315188" y="5655256"/>
                <a:chExt cx="576493" cy="415348"/>
              </a:xfrm>
            </p:grpSpPr>
            <p:cxnSp>
              <p:nvCxnSpPr>
                <p:cNvPr id="19" name="Connecteur droit avec flèche 18">
                  <a:extLst>
                    <a:ext uri="{FF2B5EF4-FFF2-40B4-BE49-F238E27FC236}">
                      <a16:creationId xmlns:a16="http://schemas.microsoft.com/office/drawing/2014/main" id="{FB71DC50-8D82-94FE-C4E5-4BC3AB899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5188" y="5709930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2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necteur droit avec flèche 20">
                  <a:extLst>
                    <a:ext uri="{FF2B5EF4-FFF2-40B4-BE49-F238E27FC236}">
                      <a16:creationId xmlns:a16="http://schemas.microsoft.com/office/drawing/2014/main" id="{BA6A455D-687D-2C28-1B8F-3A1EFE9AF6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58234" y="5709930"/>
                  <a:ext cx="0" cy="306000"/>
                </a:xfrm>
                <a:prstGeom prst="straightConnector1">
                  <a:avLst/>
                </a:prstGeom>
                <a:ln w="12700">
                  <a:solidFill>
                    <a:schemeClr val="accent2"/>
                  </a:solidFill>
                  <a:tailEnd type="stealth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72" name="Graphique 271" descr="Salle de conseil contour">
                  <a:extLst>
                    <a:ext uri="{FF2B5EF4-FFF2-40B4-BE49-F238E27FC236}">
                      <a16:creationId xmlns:a16="http://schemas.microsoft.com/office/drawing/2014/main" id="{7AC04F8E-4B33-A606-0DA2-B4E5B26F2A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476333" y="5655256"/>
                  <a:ext cx="415348" cy="41534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E9AFAE50-BF0E-3DC1-199A-C34D4CDB5E0C}"/>
                </a:ext>
              </a:extLst>
            </p:cNvPr>
            <p:cNvGrpSpPr/>
            <p:nvPr/>
          </p:nvGrpSpPr>
          <p:grpSpPr>
            <a:xfrm>
              <a:off x="2290412" y="6936999"/>
              <a:ext cx="2965230" cy="1199250"/>
              <a:chOff x="8310219" y="4586848"/>
              <a:chExt cx="2965230" cy="1199250"/>
            </a:xfrm>
          </p:grpSpPr>
          <p:sp>
            <p:nvSpPr>
              <p:cNvPr id="267" name="Rectangle : coins arrondis 266">
                <a:extLst>
                  <a:ext uri="{FF2B5EF4-FFF2-40B4-BE49-F238E27FC236}">
                    <a16:creationId xmlns:a16="http://schemas.microsoft.com/office/drawing/2014/main" id="{973002A9-0607-A891-8CB6-22491FDBB6DE}"/>
                  </a:ext>
                </a:extLst>
              </p:cNvPr>
              <p:cNvSpPr/>
              <p:nvPr/>
            </p:nvSpPr>
            <p:spPr>
              <a:xfrm>
                <a:off x="8397471" y="4586848"/>
                <a:ext cx="2877978" cy="1164782"/>
              </a:xfrm>
              <a:prstGeom prst="roundRect">
                <a:avLst>
                  <a:gd name="adj" fmla="val 7929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 dirty="0"/>
              </a:p>
            </p:txBody>
          </p:sp>
          <p:sp>
            <p:nvSpPr>
              <p:cNvPr id="269" name="ZoneTexte 268">
                <a:extLst>
                  <a:ext uri="{FF2B5EF4-FFF2-40B4-BE49-F238E27FC236}">
                    <a16:creationId xmlns:a16="http://schemas.microsoft.com/office/drawing/2014/main" id="{BA29F100-E9F4-66D0-6375-5174416AAB45}"/>
                  </a:ext>
                </a:extLst>
              </p:cNvPr>
              <p:cNvSpPr txBox="1"/>
              <p:nvPr/>
            </p:nvSpPr>
            <p:spPr>
              <a:xfrm>
                <a:off x="8999532" y="4586848"/>
                <a:ext cx="1673856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fr-FR"/>
                </a:defPPr>
                <a:lvl1pPr algn="ctr">
                  <a:defRPr sz="1000"/>
                </a:lvl1pPr>
              </a:lstStyle>
              <a:p>
                <a:r>
                  <a:rPr lang="fr-FR" sz="1100" b="1" dirty="0">
                    <a:solidFill>
                      <a:schemeClr val="tx2"/>
                    </a:solidFill>
                  </a:rPr>
                  <a:t>Intervention </a:t>
                </a:r>
                <a:r>
                  <a:rPr lang="fr-FR" sz="1100" b="1" dirty="0" err="1">
                    <a:solidFill>
                      <a:schemeClr val="tx2"/>
                    </a:solidFill>
                  </a:rPr>
                  <a:t>evaluation</a:t>
                </a:r>
                <a:endParaRPr lang="fr-FR" sz="1100" b="1" dirty="0">
                  <a:solidFill>
                    <a:schemeClr val="tx2"/>
                  </a:solidFill>
                </a:endParaRPr>
              </a:p>
            </p:txBody>
          </p:sp>
          <p:graphicFrame>
            <p:nvGraphicFramePr>
              <p:cNvPr id="287" name="Graphique 286">
                <a:extLst>
                  <a:ext uri="{FF2B5EF4-FFF2-40B4-BE49-F238E27FC236}">
                    <a16:creationId xmlns:a16="http://schemas.microsoft.com/office/drawing/2014/main" id="{E227E4F4-63AB-B633-B21A-E620A71B3B3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140596778"/>
                  </p:ext>
                </p:extLst>
              </p:nvPr>
            </p:nvGraphicFramePr>
            <p:xfrm>
              <a:off x="8310219" y="4727456"/>
              <a:ext cx="2912287" cy="1058642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</p:grpSp>
      </p:grp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4772128-03ED-6AD5-FBDA-EB8DAA5D74D0}"/>
              </a:ext>
            </a:extLst>
          </p:cNvPr>
          <p:cNvSpPr/>
          <p:nvPr/>
        </p:nvSpPr>
        <p:spPr>
          <a:xfrm>
            <a:off x="1708786" y="2118958"/>
            <a:ext cx="4499103" cy="2654431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F363461-C858-5691-47EC-221C718B344B}"/>
              </a:ext>
            </a:extLst>
          </p:cNvPr>
          <p:cNvSpPr txBox="1"/>
          <p:nvPr/>
        </p:nvSpPr>
        <p:spPr>
          <a:xfrm>
            <a:off x="3342624" y="2125795"/>
            <a:ext cx="1231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EPIDEMIC MODEL</a:t>
            </a:r>
          </a:p>
        </p:txBody>
      </p:sp>
      <p:grpSp>
        <p:nvGrpSpPr>
          <p:cNvPr id="308" name="Groupe 307">
            <a:extLst>
              <a:ext uri="{FF2B5EF4-FFF2-40B4-BE49-F238E27FC236}">
                <a16:creationId xmlns:a16="http://schemas.microsoft.com/office/drawing/2014/main" id="{C5C2AAB4-82BB-4FBF-3E12-B7A8EF4AC4BE}"/>
              </a:ext>
            </a:extLst>
          </p:cNvPr>
          <p:cNvGrpSpPr/>
          <p:nvPr/>
        </p:nvGrpSpPr>
        <p:grpSpPr>
          <a:xfrm>
            <a:off x="1810935" y="3458856"/>
            <a:ext cx="4294805" cy="1231467"/>
            <a:chOff x="1804856" y="3597976"/>
            <a:chExt cx="4294805" cy="1231467"/>
          </a:xfrm>
        </p:grpSpPr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50738F35-E2A5-841B-F029-151F3012714E}"/>
                </a:ext>
              </a:extLst>
            </p:cNvPr>
            <p:cNvSpPr/>
            <p:nvPr/>
          </p:nvSpPr>
          <p:spPr>
            <a:xfrm>
              <a:off x="1804856" y="3597977"/>
              <a:ext cx="4294805" cy="1231466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/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013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fr-FR" sz="1013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  <m:d>
                          <m:dPr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fr-FR" sz="1013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013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r>
                                      <a:rPr lang="fr-FR" sz="1013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fr-FR" sz="1013" dirty="0"/>
                </a:p>
              </p:txBody>
            </p:sp>
          </mc:Choice>
          <mc:Fallback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blipFill>
                  <a:blip r:embed="rId7"/>
                  <a:stretch>
                    <a:fillRect t="-95122" b="-13170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/>
                <p:nvPr/>
              </p:nvSpPr>
              <p:spPr>
                <a:xfrm>
                  <a:off x="3224511" y="4295281"/>
                  <a:ext cx="2468153" cy="511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013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  <m:sup>
                            <m:r>
                              <a:rPr lang="fr-FR" sz="1013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  <m:d>
                          <m:dPr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fr-FR" sz="1013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fr-FR" sz="1013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fr-FR" sz="1013" b="0" i="1" smtClean="0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sz="1013" b="0" i="1" smtClean="0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fr-FR" sz="1013" b="0" i="1" smtClean="0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b>
                            </m:s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f>
                              <m:f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p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fr-FR" sz="1013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fr-FR" sz="1013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p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oMath>
                    </m:oMathPara>
                  </a14:m>
                  <a:endParaRPr lang="fr-FR" sz="1013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1" y="4295281"/>
                  <a:ext cx="2468153" cy="511358"/>
                </a:xfrm>
                <a:prstGeom prst="rect">
                  <a:avLst/>
                </a:prstGeom>
                <a:blipFill>
                  <a:blip r:embed="rId8"/>
                  <a:stretch>
                    <a:fillRect t="-92683" b="-13414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Google Shape;299;p28">
              <a:extLst>
                <a:ext uri="{FF2B5EF4-FFF2-40B4-BE49-F238E27FC236}">
                  <a16:creationId xmlns:a16="http://schemas.microsoft.com/office/drawing/2014/main" id="{27B78E87-7E90-7EED-FC0E-C6DA0F5E2491}"/>
                </a:ext>
              </a:extLst>
            </p:cNvPr>
            <p:cNvSpPr txBox="1"/>
            <p:nvPr/>
          </p:nvSpPr>
          <p:spPr>
            <a:xfrm>
              <a:off x="2348586" y="3970922"/>
              <a:ext cx="897915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Close-</a:t>
              </a:r>
              <a:r>
                <a:rPr lang="fr-FR" sz="900" b="1" dirty="0" err="1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proximity</a:t>
              </a:r>
              <a:endParaRPr lang="ar-AE" sz="9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00;p28">
              <a:extLst>
                <a:ext uri="{FF2B5EF4-FFF2-40B4-BE49-F238E27FC236}">
                  <a16:creationId xmlns:a16="http://schemas.microsoft.com/office/drawing/2014/main" id="{9AE44E84-C2C1-A394-3F0C-69C6A315A57D}"/>
                </a:ext>
              </a:extLst>
            </p:cNvPr>
            <p:cNvSpPr txBox="1"/>
            <p:nvPr/>
          </p:nvSpPr>
          <p:spPr>
            <a:xfrm>
              <a:off x="2348586" y="4409552"/>
              <a:ext cx="806779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5"/>
                  </a:solidFill>
                  <a:latin typeface="Calibri"/>
                  <a:ea typeface="Calibri"/>
                  <a:cs typeface="Calibri"/>
                  <a:sym typeface="Calibri"/>
                </a:rPr>
                <a:t>Long-distance</a:t>
              </a:r>
              <a:endParaRPr sz="900" b="1" dirty="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6" name="Graphique 35" descr="Venteux contour">
              <a:extLst>
                <a:ext uri="{FF2B5EF4-FFF2-40B4-BE49-F238E27FC236}">
                  <a16:creationId xmlns:a16="http://schemas.microsoft.com/office/drawing/2014/main" id="{23D1ECA3-C4F5-1CB3-1521-64D55297EA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23898" y="4325531"/>
              <a:ext cx="410400" cy="410400"/>
            </a:xfrm>
            <a:prstGeom prst="rect">
              <a:avLst/>
            </a:prstGeom>
          </p:spPr>
        </p:pic>
        <p:pic>
          <p:nvPicPr>
            <p:cNvPr id="38" name="Graphique 37" descr="Salle de conseil contour">
              <a:extLst>
                <a:ext uri="{FF2B5EF4-FFF2-40B4-BE49-F238E27FC236}">
                  <a16:creationId xmlns:a16="http://schemas.microsoft.com/office/drawing/2014/main" id="{CFAA17D9-5BA8-4E34-BB5D-2CD5CF2633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21424" y="3884427"/>
              <a:ext cx="415348" cy="415348"/>
            </a:xfrm>
            <a:prstGeom prst="rect">
              <a:avLst/>
            </a:prstGeom>
          </p:spPr>
        </p:pic>
        <p:sp>
          <p:nvSpPr>
            <p:cNvPr id="190" name="ZoneTexte 189">
              <a:extLst>
                <a:ext uri="{FF2B5EF4-FFF2-40B4-BE49-F238E27FC236}">
                  <a16:creationId xmlns:a16="http://schemas.microsoft.com/office/drawing/2014/main" id="{9AEACA1B-0998-F2BD-F8EB-5673765C14CF}"/>
                </a:ext>
              </a:extLst>
            </p:cNvPr>
            <p:cNvSpPr txBox="1"/>
            <p:nvPr/>
          </p:nvSpPr>
          <p:spPr>
            <a:xfrm>
              <a:off x="3264409" y="3597976"/>
              <a:ext cx="1375698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Forces of infection</a:t>
              </a:r>
            </a:p>
          </p:txBody>
        </p:sp>
      </p:grpSp>
      <p:cxnSp>
        <p:nvCxnSpPr>
          <p:cNvPr id="242" name="Connecteur droit avec flèche 241">
            <a:extLst>
              <a:ext uri="{FF2B5EF4-FFF2-40B4-BE49-F238E27FC236}">
                <a16:creationId xmlns:a16="http://schemas.microsoft.com/office/drawing/2014/main" id="{4CC14266-E27E-1048-E0AC-0A4CA88A99B4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3954369" y="4773389"/>
            <a:ext cx="3968" cy="382385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Connecteur en angle 280">
            <a:extLst>
              <a:ext uri="{FF2B5EF4-FFF2-40B4-BE49-F238E27FC236}">
                <a16:creationId xmlns:a16="http://schemas.microsoft.com/office/drawing/2014/main" id="{9038E2E7-6ECC-A585-B2FD-67860F1D413C}"/>
              </a:ext>
            </a:extLst>
          </p:cNvPr>
          <p:cNvCxnSpPr>
            <a:cxnSpLocks/>
            <a:stCxn id="16" idx="3"/>
            <a:endCxn id="267" idx="1"/>
          </p:cNvCxnSpPr>
          <p:nvPr/>
        </p:nvCxnSpPr>
        <p:spPr>
          <a:xfrm>
            <a:off x="1986076" y="6870301"/>
            <a:ext cx="557228" cy="342816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6" name="Graphique 295" descr="Groupe d’hommes contour">
            <a:extLst>
              <a:ext uri="{FF2B5EF4-FFF2-40B4-BE49-F238E27FC236}">
                <a16:creationId xmlns:a16="http://schemas.microsoft.com/office/drawing/2014/main" id="{D08F7996-C284-6EF5-4647-CCE30C554E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42787" y="7328938"/>
            <a:ext cx="302400" cy="302400"/>
          </a:xfrm>
          <a:prstGeom prst="rect">
            <a:avLst/>
          </a:prstGeom>
        </p:spPr>
      </p:pic>
      <p:pic>
        <p:nvPicPr>
          <p:cNvPr id="297" name="Graphique 296" descr="Homme contour">
            <a:extLst>
              <a:ext uri="{FF2B5EF4-FFF2-40B4-BE49-F238E27FC236}">
                <a16:creationId xmlns:a16="http://schemas.microsoft.com/office/drawing/2014/main" id="{5AC0BB10-D712-4C7A-AA91-D71B54D414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2787" y="6451653"/>
            <a:ext cx="302400" cy="302400"/>
          </a:xfrm>
          <a:prstGeom prst="rect">
            <a:avLst/>
          </a:prstGeom>
        </p:spPr>
      </p:pic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09E5FC49-F2AE-F842-864E-2A9EFC9F5971}"/>
              </a:ext>
            </a:extLst>
          </p:cNvPr>
          <p:cNvSpPr/>
          <p:nvPr/>
        </p:nvSpPr>
        <p:spPr>
          <a:xfrm>
            <a:off x="1814352" y="2377218"/>
            <a:ext cx="2249810" cy="994003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F13DC94C-DE5A-FB38-5E5B-C54D4D3A25E4}"/>
              </a:ext>
            </a:extLst>
          </p:cNvPr>
          <p:cNvSpPr txBox="1"/>
          <p:nvPr/>
        </p:nvSpPr>
        <p:spPr>
          <a:xfrm>
            <a:off x="2472624" y="2391014"/>
            <a:ext cx="933269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 sz="1000"/>
            </a:lvl1pPr>
          </a:lstStyle>
          <a:p>
            <a:r>
              <a:rPr lang="fr-FR" sz="1100" b="1" dirty="0" err="1">
                <a:solidFill>
                  <a:schemeClr val="tx2"/>
                </a:solidFill>
              </a:rPr>
              <a:t>Parameters</a:t>
            </a:r>
            <a:endParaRPr lang="fr-FR" b="1" dirty="0">
              <a:solidFill>
                <a:schemeClr val="tx2"/>
              </a:solidFill>
            </a:endParaRPr>
          </a:p>
        </p:txBody>
      </p:sp>
      <p:grpSp>
        <p:nvGrpSpPr>
          <p:cNvPr id="263" name="Groupe 262">
            <a:extLst>
              <a:ext uri="{FF2B5EF4-FFF2-40B4-BE49-F238E27FC236}">
                <a16:creationId xmlns:a16="http://schemas.microsoft.com/office/drawing/2014/main" id="{7F887A19-F2BA-32B3-54FB-78A8EC76EE0B}"/>
              </a:ext>
            </a:extLst>
          </p:cNvPr>
          <p:cNvGrpSpPr/>
          <p:nvPr/>
        </p:nvGrpSpPr>
        <p:grpSpPr>
          <a:xfrm>
            <a:off x="4175145" y="2376549"/>
            <a:ext cx="1927177" cy="994004"/>
            <a:chOff x="3741732" y="2443920"/>
            <a:chExt cx="1927177" cy="555432"/>
          </a:xfrm>
        </p:grpSpPr>
        <p:sp>
          <p:nvSpPr>
            <p:cNvPr id="77" name="Rectangle : coins arrondis 76">
              <a:extLst>
                <a:ext uri="{FF2B5EF4-FFF2-40B4-BE49-F238E27FC236}">
                  <a16:creationId xmlns:a16="http://schemas.microsoft.com/office/drawing/2014/main" id="{18778D5D-0839-ED27-9F6D-1A408B105337}"/>
                </a:ext>
              </a:extLst>
            </p:cNvPr>
            <p:cNvSpPr/>
            <p:nvPr/>
          </p:nvSpPr>
          <p:spPr>
            <a:xfrm>
              <a:off x="3741732" y="2443920"/>
              <a:ext cx="1927177" cy="555432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fr-FR" sz="1050" dirty="0">
                <a:solidFill>
                  <a:schemeClr val="tx1"/>
                </a:solidFill>
              </a:endParaRPr>
            </a:p>
            <a:p>
              <a:r>
                <a:rPr lang="fr-FR" sz="1050" dirty="0">
                  <a:solidFill>
                    <a:schemeClr val="tx1"/>
                  </a:solidFill>
                </a:rPr>
                <a:t>              </a:t>
              </a:r>
              <a:r>
                <a:rPr lang="fr-FR" sz="1050" dirty="0" err="1">
                  <a:solidFill>
                    <a:schemeClr val="tx1"/>
                  </a:solidFill>
                </a:rPr>
                <a:t>Individual</a:t>
              </a:r>
              <a:r>
                <a:rPr lang="fr-FR" sz="1050" dirty="0">
                  <a:solidFill>
                    <a:schemeClr val="tx1"/>
                  </a:solidFill>
                </a:rPr>
                <a:t> locations </a:t>
              </a:r>
            </a:p>
            <a:p>
              <a:endParaRPr lang="fr-FR" sz="1050" dirty="0">
                <a:solidFill>
                  <a:schemeClr val="tx1"/>
                </a:solidFill>
              </a:endParaRPr>
            </a:p>
            <a:p>
              <a:r>
                <a:rPr lang="fr-FR" sz="1050" dirty="0">
                  <a:solidFill>
                    <a:schemeClr val="tx1"/>
                  </a:solidFill>
                </a:rPr>
                <a:t>              Contacts</a:t>
              </a:r>
            </a:p>
          </p:txBody>
        </p:sp>
        <p:sp>
          <p:nvSpPr>
            <p:cNvPr id="79" name="ZoneTexte 78">
              <a:extLst>
                <a:ext uri="{FF2B5EF4-FFF2-40B4-BE49-F238E27FC236}">
                  <a16:creationId xmlns:a16="http://schemas.microsoft.com/office/drawing/2014/main" id="{C93BFDBC-D0B2-0856-2F17-5429ED486E88}"/>
                </a:ext>
              </a:extLst>
            </p:cNvPr>
            <p:cNvSpPr txBox="1"/>
            <p:nvPr/>
          </p:nvSpPr>
          <p:spPr>
            <a:xfrm>
              <a:off x="4459900" y="2450090"/>
              <a:ext cx="490840" cy="1461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Data</a:t>
              </a:r>
              <a:endParaRPr lang="fr-FR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299" name="Rectangle : coins arrondis 298">
            <a:extLst>
              <a:ext uri="{FF2B5EF4-FFF2-40B4-BE49-F238E27FC236}">
                <a16:creationId xmlns:a16="http://schemas.microsoft.com/office/drawing/2014/main" id="{9F4D1F24-5DFE-2362-2133-6BF38307460E}"/>
              </a:ext>
            </a:extLst>
          </p:cNvPr>
          <p:cNvSpPr/>
          <p:nvPr/>
        </p:nvSpPr>
        <p:spPr>
          <a:xfrm>
            <a:off x="1981840" y="2574789"/>
            <a:ext cx="2017096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E0735B30-E24B-37C3-5DD7-698ECAC0E070}"/>
              </a:ext>
            </a:extLst>
          </p:cNvPr>
          <p:cNvSpPr/>
          <p:nvPr/>
        </p:nvSpPr>
        <p:spPr>
          <a:xfrm>
            <a:off x="2032496" y="2623369"/>
            <a:ext cx="1947390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/>
              <p:nvPr/>
            </p:nvSpPr>
            <p:spPr>
              <a:xfrm>
                <a:off x="2290752" y="2651610"/>
                <a:ext cx="41040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𝜈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752" y="2651610"/>
                <a:ext cx="410400" cy="261610"/>
              </a:xfrm>
              <a:prstGeom prst="rect">
                <a:avLst/>
              </a:prstGeom>
              <a:blipFill>
                <a:blip r:embed="rId17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/>
              <p:nvPr/>
            </p:nvSpPr>
            <p:spPr>
              <a:xfrm>
                <a:off x="2914182" y="2651610"/>
                <a:ext cx="375557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182" y="2651610"/>
                <a:ext cx="375557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/>
              <p:nvPr/>
            </p:nvSpPr>
            <p:spPr>
              <a:xfrm>
                <a:off x="3663009" y="2704971"/>
                <a:ext cx="40115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009" y="2704971"/>
                <a:ext cx="401152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8" name="Graphique 177" descr="Microbe contour">
            <a:extLst>
              <a:ext uri="{FF2B5EF4-FFF2-40B4-BE49-F238E27FC236}">
                <a16:creationId xmlns:a16="http://schemas.microsoft.com/office/drawing/2014/main" id="{430E97F7-B61A-B508-BEAA-0E5175B7A2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051546" y="2631215"/>
            <a:ext cx="302400" cy="302400"/>
          </a:xfrm>
          <a:prstGeom prst="rect">
            <a:avLst/>
          </a:prstGeom>
        </p:spPr>
      </p:pic>
      <p:pic>
        <p:nvPicPr>
          <p:cNvPr id="185" name="Graphique 184" descr="Homme contour">
            <a:extLst>
              <a:ext uri="{FF2B5EF4-FFF2-40B4-BE49-F238E27FC236}">
                <a16:creationId xmlns:a16="http://schemas.microsoft.com/office/drawing/2014/main" id="{C5C9A739-62E9-EB52-F4D6-92381C1C8C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783538" y="2631215"/>
            <a:ext cx="302400" cy="302400"/>
          </a:xfrm>
          <a:prstGeom prst="rect">
            <a:avLst/>
          </a:prstGeom>
        </p:spPr>
      </p:pic>
      <p:pic>
        <p:nvPicPr>
          <p:cNvPr id="193" name="Graphique 192" descr="Hôpital contour">
            <a:extLst>
              <a:ext uri="{FF2B5EF4-FFF2-40B4-BE49-F238E27FC236}">
                <a16:creationId xmlns:a16="http://schemas.microsoft.com/office/drawing/2014/main" id="{4AF6CF58-3DD2-41B4-4410-69815AAF60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446648" y="2631215"/>
            <a:ext cx="302400" cy="302400"/>
          </a:xfrm>
          <a:prstGeom prst="rect">
            <a:avLst/>
          </a:prstGeom>
        </p:spPr>
      </p:pic>
      <p:sp>
        <p:nvSpPr>
          <p:cNvPr id="300" name="Rectangle : coins arrondis 299">
            <a:extLst>
              <a:ext uri="{FF2B5EF4-FFF2-40B4-BE49-F238E27FC236}">
                <a16:creationId xmlns:a16="http://schemas.microsoft.com/office/drawing/2014/main" id="{57B8F101-096E-3E69-C589-6BC225DE40D8}"/>
              </a:ext>
            </a:extLst>
          </p:cNvPr>
          <p:cNvSpPr/>
          <p:nvPr/>
        </p:nvSpPr>
        <p:spPr>
          <a:xfrm>
            <a:off x="1981839" y="2939332"/>
            <a:ext cx="854752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9F047247-BD51-5BF2-550E-5C42129D8EB5}"/>
              </a:ext>
            </a:extLst>
          </p:cNvPr>
          <p:cNvSpPr/>
          <p:nvPr/>
        </p:nvSpPr>
        <p:spPr>
          <a:xfrm>
            <a:off x="2030383" y="3002600"/>
            <a:ext cx="825131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/>
              <p:nvPr/>
            </p:nvSpPr>
            <p:spPr>
              <a:xfrm>
                <a:off x="2273498" y="3030878"/>
                <a:ext cx="68286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3498" y="3030878"/>
                <a:ext cx="682866" cy="261610"/>
              </a:xfrm>
              <a:prstGeom prst="rect">
                <a:avLst/>
              </a:prstGeom>
              <a:blipFill>
                <a:blip r:embed="rId2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" name="Graphique 215" descr="Fièvre contour">
            <a:extLst>
              <a:ext uri="{FF2B5EF4-FFF2-40B4-BE49-F238E27FC236}">
                <a16:creationId xmlns:a16="http://schemas.microsoft.com/office/drawing/2014/main" id="{4D7FEFAD-41C4-B0D7-F751-9C8CB42A31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092821" y="3010483"/>
            <a:ext cx="302400" cy="302400"/>
          </a:xfrm>
          <a:prstGeom prst="rect">
            <a:avLst/>
          </a:prstGeom>
        </p:spPr>
      </p:pic>
      <p:pic>
        <p:nvPicPr>
          <p:cNvPr id="302" name="Graphique 301" descr="Connexions contour">
            <a:extLst>
              <a:ext uri="{FF2B5EF4-FFF2-40B4-BE49-F238E27FC236}">
                <a16:creationId xmlns:a16="http://schemas.microsoft.com/office/drawing/2014/main" id="{981652DF-EBB8-A3A6-4025-DC6F9527F6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339051" y="2958039"/>
            <a:ext cx="302400" cy="302400"/>
          </a:xfrm>
          <a:prstGeom prst="rect">
            <a:avLst/>
          </a:prstGeom>
        </p:spPr>
      </p:pic>
      <p:pic>
        <p:nvPicPr>
          <p:cNvPr id="304" name="Graphique 303" descr="Carte avec repère contour">
            <a:extLst>
              <a:ext uri="{FF2B5EF4-FFF2-40B4-BE49-F238E27FC236}">
                <a16:creationId xmlns:a16="http://schemas.microsoft.com/office/drawing/2014/main" id="{A86BE7CF-B5C9-7964-402D-9C7ED49D6E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4342811" y="2639548"/>
            <a:ext cx="302400" cy="302400"/>
          </a:xfrm>
          <a:prstGeom prst="rect">
            <a:avLst/>
          </a:prstGeom>
        </p:spPr>
      </p:pic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4C4575D5-8B73-37D8-CFC6-082F1E62BEB3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1108172" y="2645350"/>
            <a:ext cx="873667" cy="152934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Connecteur droit avec flèche 96">
            <a:extLst>
              <a:ext uri="{FF2B5EF4-FFF2-40B4-BE49-F238E27FC236}">
                <a16:creationId xmlns:a16="http://schemas.microsoft.com/office/drawing/2014/main" id="{E1CEAB4C-57FD-BCFC-A646-F50D0641BBEB}"/>
              </a:ext>
            </a:extLst>
          </p:cNvPr>
          <p:cNvCxnSpPr>
            <a:cxnSpLocks/>
          </p:cNvCxnSpPr>
          <p:nvPr/>
        </p:nvCxnSpPr>
        <p:spPr>
          <a:xfrm flipV="1">
            <a:off x="1131360" y="3167763"/>
            <a:ext cx="850478" cy="200979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48038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23029</TotalTime>
  <Words>86</Words>
  <Application>Microsoft Macintosh PowerPoint</Application>
  <PresentationFormat>Personnalisé</PresentationFormat>
  <Paragraphs>53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Cambria Math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Maylis  LAYAN</dc:creator>
  <cp:lastModifiedBy>Maylis  LAYAN</cp:lastModifiedBy>
  <cp:revision>230</cp:revision>
  <dcterms:created xsi:type="dcterms:W3CDTF">2024-10-21T12:07:10Z</dcterms:created>
  <dcterms:modified xsi:type="dcterms:W3CDTF">2026-04-01T07:44:19Z</dcterms:modified>
</cp:coreProperties>
</file>